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handoutMasterIdLst>
    <p:handoutMasterId r:id="rId19"/>
  </p:handoutMasterIdLst>
  <p:sldIdLst>
    <p:sldId id="263" r:id="rId5"/>
    <p:sldId id="379" r:id="rId6"/>
    <p:sldId id="380" r:id="rId7"/>
    <p:sldId id="375" r:id="rId8"/>
    <p:sldId id="385" r:id="rId9"/>
    <p:sldId id="386" r:id="rId10"/>
    <p:sldId id="383" r:id="rId11"/>
    <p:sldId id="384" r:id="rId12"/>
    <p:sldId id="381" r:id="rId13"/>
    <p:sldId id="382" r:id="rId14"/>
    <p:sldId id="265" r:id="rId15"/>
    <p:sldId id="376" r:id="rId16"/>
    <p:sldId id="264" r:id="rId17"/>
    <p:sldId id="349"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FFB600"/>
    <a:srgbClr val="D2DEEF"/>
    <a:srgbClr val="182958"/>
    <a:srgbClr val="EAEFF7"/>
    <a:srgbClr val="5B9BD5"/>
    <a:srgbClr val="AEB1B5"/>
    <a:srgbClr val="FFFFFF"/>
    <a:srgbClr val="E6E6E6"/>
    <a:srgbClr val="6ABF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13E949-A07B-6E7C-C67B-EAA308B30B06}" v="2" dt="2019-09-30T00:37:55.631"/>
    <p1510:client id="{13F45C0E-B399-001B-3413-C8BC8F90B35D}" v="42" dt="2019-09-25T00:24:39.551"/>
    <p1510:client id="{152B5E09-77D1-D4DE-3BB2-BDE6C5793468}" v="2" dt="2019-09-27T04:32:57.548"/>
    <p1510:client id="{3398337D-772C-1B86-B73C-28B6B0D07556}" v="8" dt="2020-03-15T05:38:24.969"/>
    <p1510:client id="{471BF796-7E21-7186-8729-7B7E28689C99}" v="10" dt="2019-09-22T06:15:01.295"/>
    <p1510:client id="{4B55588D-21C7-C6DC-3197-620CAC06E866}" v="175" dt="2020-02-29T22:39:27.759"/>
    <p1510:client id="{707A0C8E-0F35-801D-8B6F-22E2A896DE6F}" v="30" dt="2020-02-22T05:44:11.055"/>
    <p1510:client id="{7744AA51-0BF7-F6C6-8F72-D867C1B82EA6}" v="110" dt="2020-02-23T21:25:05.522"/>
    <p1510:client id="{79EA3D59-4DCF-9CCB-D923-DEA6490A0F57}" v="133" dt="2019-09-25T04:21:20.503"/>
    <p1510:client id="{8EE7D0B7-58A5-377E-29CA-FE5BA989F7CE}" v="139" dt="2020-02-11T03:02:31.189"/>
    <p1510:client id="{902F6459-FF4C-8D38-C459-ED2ABD0E92D0}" v="24" dt="2019-09-27T04:20:42.615"/>
    <p1510:client id="{A03E8583-9224-BBE5-2389-C6A4F8430BFB}" v="729" dt="2019-09-25T07:46:55.478"/>
    <p1510:client id="{B1696556-0F37-0066-78BD-DF26FADF3EE6}" v="24" dt="2019-09-25T00:57:52.312"/>
    <p1510:client id="{BC6D9167-2AAA-365B-0E11-EA89E78C57F4}" v="15" dt="2020-02-19T05:33:07.378"/>
    <p1510:client id="{CD202445-5592-B57A-0411-2BFBF2C25B5A}" v="2" dt="2019-09-25T01:16:13.769"/>
    <p1510:client id="{D568BB2F-3E28-4A9D-8B13-50F5230CA94A}" v="24" dt="2019-09-19T05:37:35.025"/>
    <p1510:client id="{D8E09452-BD4A-9418-A146-A8DBAA2034DD}" v="219" dt="2019-09-24T02:53:50.944"/>
    <p1510:client id="{F08C1A11-FBA1-DB39-8ECE-BAE58D7A885E}" v="103" dt="2019-11-07T04:21:38.221"/>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660" y="6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Vaughan Plummer" userId="S::sarah.plummer@eca.edu.au::693e56c0-bbdb-44e7-b096-21025f5dda73" providerId="AD" clId="Web-{152B5E09-77D1-D4DE-3BB2-BDE6C5793468}"/>
    <pc:docChg chg="addSld delSld">
      <pc:chgData name="Sarah Vaughan Plummer" userId="S::sarah.plummer@eca.edu.au::693e56c0-bbdb-44e7-b096-21025f5dda73" providerId="AD" clId="Web-{152B5E09-77D1-D4DE-3BB2-BDE6C5793468}" dt="2019-09-27T04:32:57.548" v="1"/>
      <pc:docMkLst>
        <pc:docMk/>
      </pc:docMkLst>
      <pc:sldChg chg="del">
        <pc:chgData name="Sarah Vaughan Plummer" userId="S::sarah.plummer@eca.edu.au::693e56c0-bbdb-44e7-b096-21025f5dda73" providerId="AD" clId="Web-{152B5E09-77D1-D4DE-3BB2-BDE6C5793468}" dt="2019-09-27T04:32:57.548" v="1"/>
        <pc:sldMkLst>
          <pc:docMk/>
          <pc:sldMk cId="0" sldId="261"/>
        </pc:sldMkLst>
      </pc:sldChg>
      <pc:sldChg chg="add">
        <pc:chgData name="Sarah Vaughan Plummer" userId="S::sarah.plummer@eca.edu.au::693e56c0-bbdb-44e7-b096-21025f5dda73" providerId="AD" clId="Web-{152B5E09-77D1-D4DE-3BB2-BDE6C5793468}" dt="2019-09-27T04:32:51.736" v="0"/>
        <pc:sldMkLst>
          <pc:docMk/>
          <pc:sldMk cId="2668804652" sldId="375"/>
        </pc:sldMkLst>
      </pc:sldChg>
    </pc:docChg>
  </pc:docChgLst>
  <pc:docChgLst>
    <pc:chgData name="Sarah Vaughan Plummer" userId="S::sarah.plummer@eca.edu.au::693e56c0-bbdb-44e7-b096-21025f5dda73" providerId="AD" clId="Web-{B1696556-0F37-0066-78BD-DF26FADF3EE6}"/>
    <pc:docChg chg="addSld delSld modSld">
      <pc:chgData name="Sarah Vaughan Plummer" userId="S::sarah.plummer@eca.edu.au::693e56c0-bbdb-44e7-b096-21025f5dda73" providerId="AD" clId="Web-{B1696556-0F37-0066-78BD-DF26FADF3EE6}" dt="2019-09-25T00:57:51.437" v="22" actId="20577"/>
      <pc:docMkLst>
        <pc:docMk/>
      </pc:docMkLst>
      <pc:sldChg chg="del">
        <pc:chgData name="Sarah Vaughan Plummer" userId="S::sarah.plummer@eca.edu.au::693e56c0-bbdb-44e7-b096-21025f5dda73" providerId="AD" clId="Web-{B1696556-0F37-0066-78BD-DF26FADF3EE6}" dt="2019-09-25T00:57:05.733" v="1"/>
        <pc:sldMkLst>
          <pc:docMk/>
          <pc:sldMk cId="3278300905" sldId="369"/>
        </pc:sldMkLst>
      </pc:sldChg>
      <pc:sldChg chg="modSp add">
        <pc:chgData name="Sarah Vaughan Plummer" userId="S::sarah.plummer@eca.edu.au::693e56c0-bbdb-44e7-b096-21025f5dda73" providerId="AD" clId="Web-{B1696556-0F37-0066-78BD-DF26FADF3EE6}" dt="2019-09-25T00:57:49.624" v="20" actId="20577"/>
        <pc:sldMkLst>
          <pc:docMk/>
          <pc:sldMk cId="1527751148" sldId="370"/>
        </pc:sldMkLst>
        <pc:spChg chg="mod">
          <ac:chgData name="Sarah Vaughan Plummer" userId="S::sarah.plummer@eca.edu.au::693e56c0-bbdb-44e7-b096-21025f5dda73" providerId="AD" clId="Web-{B1696556-0F37-0066-78BD-DF26FADF3EE6}" dt="2019-09-25T00:57:49.624" v="20" actId="20577"/>
          <ac:spMkLst>
            <pc:docMk/>
            <pc:sldMk cId="1527751148" sldId="370"/>
            <ac:spMk id="5" creationId="{53092D12-BC54-4DFB-9BEE-FA4BED919A7A}"/>
          </ac:spMkLst>
        </pc:spChg>
      </pc:sldChg>
    </pc:docChg>
  </pc:docChgLst>
  <pc:docChgLst>
    <pc:chgData name="Amitoj Grewal" userId="S::amitoj.grewal@eca.edu.au::0188400e-5282-4ff6-9025-bd192b557fc1" providerId="AD" clId="Web-{96C9580A-9682-4D94-D63B-BC8EE8758215}"/>
    <pc:docChg chg="addSld delSld modSld">
      <pc:chgData name="Amitoj Grewal" userId="S::amitoj.grewal@eca.edu.au::0188400e-5282-4ff6-9025-bd192b557fc1" providerId="AD" clId="Web-{96C9580A-9682-4D94-D63B-BC8EE8758215}" dt="2019-09-01T02:12:25.405" v="580" actId="20577"/>
      <pc:docMkLst>
        <pc:docMk/>
      </pc:docMkLst>
      <pc:sldChg chg="modSp">
        <pc:chgData name="Amitoj Grewal" userId="S::amitoj.grewal@eca.edu.au::0188400e-5282-4ff6-9025-bd192b557fc1" providerId="AD" clId="Web-{96C9580A-9682-4D94-D63B-BC8EE8758215}" dt="2019-09-01T00:39:09.504" v="4" actId="20577"/>
        <pc:sldMkLst>
          <pc:docMk/>
          <pc:sldMk cId="0" sldId="268"/>
        </pc:sldMkLst>
        <pc:spChg chg="mod">
          <ac:chgData name="Amitoj Grewal" userId="S::amitoj.grewal@eca.edu.au::0188400e-5282-4ff6-9025-bd192b557fc1" providerId="AD" clId="Web-{96C9580A-9682-4D94-D63B-BC8EE8758215}" dt="2019-09-01T00:39:09.504" v="4" actId="20577"/>
          <ac:spMkLst>
            <pc:docMk/>
            <pc:sldMk cId="0" sldId="268"/>
            <ac:spMk id="3" creationId="{00000000-0000-0000-0000-000000000000}"/>
          </ac:spMkLst>
        </pc:spChg>
      </pc:sldChg>
      <pc:sldChg chg="modSp">
        <pc:chgData name="Amitoj Grewal" userId="S::amitoj.grewal@eca.edu.au::0188400e-5282-4ff6-9025-bd192b557fc1" providerId="AD" clId="Web-{96C9580A-9682-4D94-D63B-BC8EE8758215}" dt="2019-09-01T00:42:15.028" v="38" actId="20577"/>
        <pc:sldMkLst>
          <pc:docMk/>
          <pc:sldMk cId="0" sldId="294"/>
        </pc:sldMkLst>
        <pc:spChg chg="mod">
          <ac:chgData name="Amitoj Grewal" userId="S::amitoj.grewal@eca.edu.au::0188400e-5282-4ff6-9025-bd192b557fc1" providerId="AD" clId="Web-{96C9580A-9682-4D94-D63B-BC8EE8758215}" dt="2019-09-01T00:42:15.028" v="38" actId="20577"/>
          <ac:spMkLst>
            <pc:docMk/>
            <pc:sldMk cId="0" sldId="294"/>
            <ac:spMk id="18" creationId="{00000000-0000-0000-0000-000000000000}"/>
          </ac:spMkLst>
        </pc:spChg>
      </pc:sldChg>
      <pc:sldChg chg="addSp delSp modSp">
        <pc:chgData name="Amitoj Grewal" userId="S::amitoj.grewal@eca.edu.au::0188400e-5282-4ff6-9025-bd192b557fc1" providerId="AD" clId="Web-{96C9580A-9682-4D94-D63B-BC8EE8758215}" dt="2019-09-01T01:40:04.455" v="290" actId="1076"/>
        <pc:sldMkLst>
          <pc:docMk/>
          <pc:sldMk cId="0" sldId="295"/>
        </pc:sldMkLst>
        <pc:spChg chg="mod">
          <ac:chgData name="Amitoj Grewal" userId="S::amitoj.grewal@eca.edu.au::0188400e-5282-4ff6-9025-bd192b557fc1" providerId="AD" clId="Web-{96C9580A-9682-4D94-D63B-BC8EE8758215}" dt="2019-09-01T00:46:40.951" v="200" actId="20577"/>
          <ac:spMkLst>
            <pc:docMk/>
            <pc:sldMk cId="0" sldId="295"/>
            <ac:spMk id="3" creationId="{00000000-0000-0000-0000-000000000000}"/>
          </ac:spMkLst>
        </pc:spChg>
        <pc:spChg chg="mod">
          <ac:chgData name="Amitoj Grewal" userId="S::amitoj.grewal@eca.edu.au::0188400e-5282-4ff6-9025-bd192b557fc1" providerId="AD" clId="Web-{96C9580A-9682-4D94-D63B-BC8EE8758215}" dt="2019-09-01T01:37:34.607" v="276" actId="1076"/>
          <ac:spMkLst>
            <pc:docMk/>
            <pc:sldMk cId="0" sldId="295"/>
            <ac:spMk id="7" creationId="{9DCB68A8-9F39-487F-89F4-BD40CA8DE1F0}"/>
          </ac:spMkLst>
        </pc:spChg>
        <pc:spChg chg="add del">
          <ac:chgData name="Amitoj Grewal" userId="S::amitoj.grewal@eca.edu.au::0188400e-5282-4ff6-9025-bd192b557fc1" providerId="AD" clId="Web-{96C9580A-9682-4D94-D63B-BC8EE8758215}" dt="2019-09-01T01:39:43.845" v="286"/>
          <ac:spMkLst>
            <pc:docMk/>
            <pc:sldMk cId="0" sldId="295"/>
            <ac:spMk id="8" creationId="{7945D147-DC54-4645-965F-42032FA68F08}"/>
          </ac:spMkLst>
        </pc:spChg>
        <pc:graphicFrameChg chg="add del mod modGraphic">
          <ac:chgData name="Amitoj Grewal" userId="S::amitoj.grewal@eca.edu.au::0188400e-5282-4ff6-9025-bd192b557fc1" providerId="AD" clId="Web-{96C9580A-9682-4D94-D63B-BC8EE8758215}" dt="2019-09-01T01:39:41.017" v="285"/>
          <ac:graphicFrameMkLst>
            <pc:docMk/>
            <pc:sldMk cId="0" sldId="295"/>
            <ac:graphicFrameMk id="11" creationId="{267875FB-8ED7-4099-9A10-288AA5E600D5}"/>
          </ac:graphicFrameMkLst>
        </pc:graphicFrameChg>
        <pc:picChg chg="add del mod">
          <ac:chgData name="Amitoj Grewal" userId="S::amitoj.grewal@eca.edu.au::0188400e-5282-4ff6-9025-bd192b557fc1" providerId="AD" clId="Web-{96C9580A-9682-4D94-D63B-BC8EE8758215}" dt="2019-09-01T01:39:04.139" v="280"/>
          <ac:picMkLst>
            <pc:docMk/>
            <pc:sldMk cId="0" sldId="295"/>
            <ac:picMk id="2" creationId="{94E71451-070A-47F1-AC2D-0D16E5A88183}"/>
          </ac:picMkLst>
        </pc:picChg>
        <pc:picChg chg="del">
          <ac:chgData name="Amitoj Grewal" userId="S::amitoj.grewal@eca.edu.au::0188400e-5282-4ff6-9025-bd192b557fc1" providerId="AD" clId="Web-{96C9580A-9682-4D94-D63B-BC8EE8758215}" dt="2019-09-01T01:37:29.497" v="274"/>
          <ac:picMkLst>
            <pc:docMk/>
            <pc:sldMk cId="0" sldId="295"/>
            <ac:picMk id="4" creationId="{4FD0754C-998C-4CD8-8274-E323DCE0181D}"/>
          </ac:picMkLst>
        </pc:picChg>
        <pc:picChg chg="del">
          <ac:chgData name="Amitoj Grewal" userId="S::amitoj.grewal@eca.edu.au::0188400e-5282-4ff6-9025-bd192b557fc1" providerId="AD" clId="Web-{96C9580A-9682-4D94-D63B-BC8EE8758215}" dt="2019-09-01T01:37:30.185" v="275"/>
          <ac:picMkLst>
            <pc:docMk/>
            <pc:sldMk cId="0" sldId="295"/>
            <ac:picMk id="10" creationId="{456E0171-8385-4CBD-85E8-00B1B976A83F}"/>
          </ac:picMkLst>
        </pc:picChg>
        <pc:picChg chg="add mod">
          <ac:chgData name="Amitoj Grewal" userId="S::amitoj.grewal@eca.edu.au::0188400e-5282-4ff6-9025-bd192b557fc1" providerId="AD" clId="Web-{96C9580A-9682-4D94-D63B-BC8EE8758215}" dt="2019-09-01T01:40:04.455" v="290" actId="1076"/>
          <ac:picMkLst>
            <pc:docMk/>
            <pc:sldMk cId="0" sldId="295"/>
            <ac:picMk id="12" creationId="{0E9CBF2F-AEC9-4181-82A7-976D3B6C82B3}"/>
          </ac:picMkLst>
        </pc:picChg>
      </pc:sldChg>
      <pc:sldChg chg="modSp">
        <pc:chgData name="Amitoj Grewal" userId="S::amitoj.grewal@eca.edu.au::0188400e-5282-4ff6-9025-bd192b557fc1" providerId="AD" clId="Web-{96C9580A-9682-4D94-D63B-BC8EE8758215}" dt="2019-09-01T02:12:25.405" v="580" actId="20577"/>
        <pc:sldMkLst>
          <pc:docMk/>
          <pc:sldMk cId="0" sldId="314"/>
        </pc:sldMkLst>
        <pc:spChg chg="mod">
          <ac:chgData name="Amitoj Grewal" userId="S::amitoj.grewal@eca.edu.au::0188400e-5282-4ff6-9025-bd192b557fc1" providerId="AD" clId="Web-{96C9580A-9682-4D94-D63B-BC8EE8758215}" dt="2019-09-01T02:12:25.405" v="580" actId="20577"/>
          <ac:spMkLst>
            <pc:docMk/>
            <pc:sldMk cId="0" sldId="314"/>
            <ac:spMk id="3" creationId="{00000000-0000-0000-0000-000000000000}"/>
          </ac:spMkLst>
        </pc:spChg>
      </pc:sldChg>
      <pc:sldChg chg="modSp">
        <pc:chgData name="Amitoj Grewal" userId="S::amitoj.grewal@eca.edu.au::0188400e-5282-4ff6-9025-bd192b557fc1" providerId="AD" clId="Web-{96C9580A-9682-4D94-D63B-BC8EE8758215}" dt="2019-09-01T02:09:13.323" v="569" actId="20577"/>
        <pc:sldMkLst>
          <pc:docMk/>
          <pc:sldMk cId="0" sldId="315"/>
        </pc:sldMkLst>
        <pc:spChg chg="mod">
          <ac:chgData name="Amitoj Grewal" userId="S::amitoj.grewal@eca.edu.au::0188400e-5282-4ff6-9025-bd192b557fc1" providerId="AD" clId="Web-{96C9580A-9682-4D94-D63B-BC8EE8758215}" dt="2019-09-01T02:09:13.323" v="569" actId="20577"/>
          <ac:spMkLst>
            <pc:docMk/>
            <pc:sldMk cId="0" sldId="315"/>
            <ac:spMk id="3" creationId="{00000000-0000-0000-0000-000000000000}"/>
          </ac:spMkLst>
        </pc:spChg>
      </pc:sldChg>
      <pc:sldChg chg="modSp">
        <pc:chgData name="Amitoj Grewal" userId="S::amitoj.grewal@eca.edu.au::0188400e-5282-4ff6-9025-bd192b557fc1" providerId="AD" clId="Web-{96C9580A-9682-4D94-D63B-BC8EE8758215}" dt="2019-09-01T01:57:16.988" v="545" actId="20577"/>
        <pc:sldMkLst>
          <pc:docMk/>
          <pc:sldMk cId="554228582" sldId="354"/>
        </pc:sldMkLst>
        <pc:spChg chg="mod">
          <ac:chgData name="Amitoj Grewal" userId="S::amitoj.grewal@eca.edu.au::0188400e-5282-4ff6-9025-bd192b557fc1" providerId="AD" clId="Web-{96C9580A-9682-4D94-D63B-BC8EE8758215}" dt="2019-09-01T01:57:16.988" v="545" actId="20577"/>
          <ac:spMkLst>
            <pc:docMk/>
            <pc:sldMk cId="554228582" sldId="354"/>
            <ac:spMk id="24" creationId="{28FB9BC6-295F-43B8-A346-EE17E5A2C42B}"/>
          </ac:spMkLst>
        </pc:spChg>
      </pc:sldChg>
    </pc:docChg>
  </pc:docChgLst>
  <pc:docChgLst>
    <pc:chgData name="George Kalaizis" userId="S::george@eca.edu.au::a6f2abab-c974-4ba7-8b8d-ded51f534eb3" providerId="AD" clId="Web-{BC6D9167-2AAA-365B-0E11-EA89E78C57F4}"/>
    <pc:docChg chg="addSld modSld sldOrd">
      <pc:chgData name="George Kalaizis" userId="S::george@eca.edu.au::a6f2abab-c974-4ba7-8b8d-ded51f534eb3" providerId="AD" clId="Web-{BC6D9167-2AAA-365B-0E11-EA89E78C57F4}" dt="2020-02-19T05:33:07.378" v="13"/>
      <pc:docMkLst>
        <pc:docMk/>
      </pc:docMkLst>
      <pc:sldChg chg="ord">
        <pc:chgData name="George Kalaizis" userId="S::george@eca.edu.au::a6f2abab-c974-4ba7-8b8d-ded51f534eb3" providerId="AD" clId="Web-{BC6D9167-2AAA-365B-0E11-EA89E78C57F4}" dt="2020-02-19T05:33:05.847" v="12"/>
        <pc:sldMkLst>
          <pc:docMk/>
          <pc:sldMk cId="2605469343" sldId="379"/>
        </pc:sldMkLst>
      </pc:sldChg>
      <pc:sldChg chg="ord">
        <pc:chgData name="George Kalaizis" userId="S::george@eca.edu.au::a6f2abab-c974-4ba7-8b8d-ded51f534eb3" providerId="AD" clId="Web-{BC6D9167-2AAA-365B-0E11-EA89E78C57F4}" dt="2020-02-19T05:33:07.378" v="13"/>
        <pc:sldMkLst>
          <pc:docMk/>
          <pc:sldMk cId="3353781063" sldId="380"/>
        </pc:sldMkLst>
      </pc:sldChg>
      <pc:sldChg chg="modSp add replId">
        <pc:chgData name="George Kalaizis" userId="S::george@eca.edu.au::a6f2abab-c974-4ba7-8b8d-ded51f534eb3" providerId="AD" clId="Web-{BC6D9167-2AAA-365B-0E11-EA89E78C57F4}" dt="2020-02-19T05:25:06.063" v="5" actId="20577"/>
        <pc:sldMkLst>
          <pc:docMk/>
          <pc:sldMk cId="3032962040" sldId="385"/>
        </pc:sldMkLst>
        <pc:spChg chg="mod">
          <ac:chgData name="George Kalaizis" userId="S::george@eca.edu.au::a6f2abab-c974-4ba7-8b8d-ded51f534eb3" providerId="AD" clId="Web-{BC6D9167-2AAA-365B-0E11-EA89E78C57F4}" dt="2020-02-19T05:25:06.063" v="5" actId="20577"/>
          <ac:spMkLst>
            <pc:docMk/>
            <pc:sldMk cId="3032962040" sldId="385"/>
            <ac:spMk id="2" creationId="{1AD8CE33-1564-4396-B86F-C9E69B2C4D00}"/>
          </ac:spMkLst>
        </pc:spChg>
      </pc:sldChg>
      <pc:sldChg chg="modSp add replId">
        <pc:chgData name="George Kalaizis" userId="S::george@eca.edu.au::a6f2abab-c974-4ba7-8b8d-ded51f534eb3" providerId="AD" clId="Web-{BC6D9167-2AAA-365B-0E11-EA89E78C57F4}" dt="2020-02-19T05:26:07.923" v="10" actId="20577"/>
        <pc:sldMkLst>
          <pc:docMk/>
          <pc:sldMk cId="3521309483" sldId="386"/>
        </pc:sldMkLst>
        <pc:spChg chg="mod">
          <ac:chgData name="George Kalaizis" userId="S::george@eca.edu.au::a6f2abab-c974-4ba7-8b8d-ded51f534eb3" providerId="AD" clId="Web-{BC6D9167-2AAA-365B-0E11-EA89E78C57F4}" dt="2020-02-19T05:26:07.923" v="10" actId="20577"/>
          <ac:spMkLst>
            <pc:docMk/>
            <pc:sldMk cId="3521309483" sldId="386"/>
            <ac:spMk id="2" creationId="{1AD8CE33-1564-4396-B86F-C9E69B2C4D00}"/>
          </ac:spMkLst>
        </pc:spChg>
      </pc:sldChg>
    </pc:docChg>
  </pc:docChgLst>
  <pc:docChgLst>
    <pc:chgData name="Sarah Vaughan Plummer" userId="S::sarah.plummer@eca.edu.au::693e56c0-bbdb-44e7-b096-21025f5dda73" providerId="AD" clId="Web-{ACD0F714-35CB-798E-8DC8-C67BD432F868}"/>
    <pc:docChg chg="modSld">
      <pc:chgData name="Sarah Vaughan Plummer" userId="S::sarah.plummer@eca.edu.au::693e56c0-bbdb-44e7-b096-21025f5dda73" providerId="AD" clId="Web-{ACD0F714-35CB-798E-8DC8-C67BD432F868}" dt="2019-09-18T05:00:08.874" v="8" actId="1076"/>
      <pc:docMkLst>
        <pc:docMk/>
      </pc:docMkLst>
      <pc:sldChg chg="addSp modSp">
        <pc:chgData name="Sarah Vaughan Plummer" userId="S::sarah.plummer@eca.edu.au::693e56c0-bbdb-44e7-b096-21025f5dda73" providerId="AD" clId="Web-{ACD0F714-35CB-798E-8DC8-C67BD432F868}" dt="2019-09-18T05:00:08.874" v="8" actId="1076"/>
        <pc:sldMkLst>
          <pc:docMk/>
          <pc:sldMk cId="0" sldId="277"/>
        </pc:sldMkLst>
        <pc:picChg chg="add mod">
          <ac:chgData name="Sarah Vaughan Plummer" userId="S::sarah.plummer@eca.edu.au::693e56c0-bbdb-44e7-b096-21025f5dda73" providerId="AD" clId="Web-{ACD0F714-35CB-798E-8DC8-C67BD432F868}" dt="2019-09-18T05:00:08.874" v="8" actId="1076"/>
          <ac:picMkLst>
            <pc:docMk/>
            <pc:sldMk cId="0" sldId="277"/>
            <ac:picMk id="2" creationId="{D549933B-E8C5-4BD5-A93F-CEDC3BC42905}"/>
          </ac:picMkLst>
        </pc:picChg>
      </pc:sldChg>
    </pc:docChg>
  </pc:docChgLst>
  <pc:docChgLst>
    <pc:chgData name="Oksana Eremina" userId="S::oksana.eremina@eca.edu.au::b4ee1dc5-40ae-4019-bc7d-adeda46d54e6" providerId="AD" clId="Web-{7744AA51-0BF7-F6C6-8F72-D867C1B82EA6}"/>
    <pc:docChg chg="modSld">
      <pc:chgData name="Oksana Eremina" userId="S::oksana.eremina@eca.edu.au::b4ee1dc5-40ae-4019-bc7d-adeda46d54e6" providerId="AD" clId="Web-{7744AA51-0BF7-F6C6-8F72-D867C1B82EA6}" dt="2020-02-23T21:25:05.522" v="106" actId="20577"/>
      <pc:docMkLst>
        <pc:docMk/>
      </pc:docMkLst>
      <pc:sldChg chg="modSp">
        <pc:chgData name="Oksana Eremina" userId="S::oksana.eremina@eca.edu.au::b4ee1dc5-40ae-4019-bc7d-adeda46d54e6" providerId="AD" clId="Web-{7744AA51-0BF7-F6C6-8F72-D867C1B82EA6}" dt="2020-02-23T12:07:52.825" v="75" actId="1076"/>
        <pc:sldMkLst>
          <pc:docMk/>
          <pc:sldMk cId="0" sldId="265"/>
        </pc:sldMkLst>
        <pc:spChg chg="mod">
          <ac:chgData name="Oksana Eremina" userId="S::oksana.eremina@eca.edu.au::b4ee1dc5-40ae-4019-bc7d-adeda46d54e6" providerId="AD" clId="Web-{7744AA51-0BF7-F6C6-8F72-D867C1B82EA6}" dt="2020-02-23T12:07:39.809" v="73" actId="1076"/>
          <ac:spMkLst>
            <pc:docMk/>
            <pc:sldMk cId="0" sldId="265"/>
            <ac:spMk id="3" creationId="{C56EB6D4-B020-41FE-948F-260C9C14167D}"/>
          </ac:spMkLst>
        </pc:spChg>
        <pc:spChg chg="mod">
          <ac:chgData name="Oksana Eremina" userId="S::oksana.eremina@eca.edu.au::b4ee1dc5-40ae-4019-bc7d-adeda46d54e6" providerId="AD" clId="Web-{7744AA51-0BF7-F6C6-8F72-D867C1B82EA6}" dt="2020-02-23T12:07:13.418" v="70" actId="1076"/>
          <ac:spMkLst>
            <pc:docMk/>
            <pc:sldMk cId="0" sldId="265"/>
            <ac:spMk id="4" creationId="{4197027B-C6B1-417A-8E4D-8594F66FA37C}"/>
          </ac:spMkLst>
        </pc:spChg>
        <pc:spChg chg="mod">
          <ac:chgData name="Oksana Eremina" userId="S::oksana.eremina@eca.edu.au::b4ee1dc5-40ae-4019-bc7d-adeda46d54e6" providerId="AD" clId="Web-{7744AA51-0BF7-F6C6-8F72-D867C1B82EA6}" dt="2020-02-23T12:07:33.387" v="72" actId="1076"/>
          <ac:spMkLst>
            <pc:docMk/>
            <pc:sldMk cId="0" sldId="265"/>
            <ac:spMk id="5" creationId="{00000000-0000-0000-0000-000000000000}"/>
          </ac:spMkLst>
        </pc:spChg>
        <pc:spChg chg="mod">
          <ac:chgData name="Oksana Eremina" userId="S::oksana.eremina@eca.edu.au::b4ee1dc5-40ae-4019-bc7d-adeda46d54e6" providerId="AD" clId="Web-{7744AA51-0BF7-F6C6-8F72-D867C1B82EA6}" dt="2020-02-23T12:07:47.809" v="74" actId="1076"/>
          <ac:spMkLst>
            <pc:docMk/>
            <pc:sldMk cId="0" sldId="265"/>
            <ac:spMk id="6" creationId="{C2B6C1D6-5953-4A29-AA7D-218AA357864B}"/>
          </ac:spMkLst>
        </pc:spChg>
        <pc:spChg chg="mod">
          <ac:chgData name="Oksana Eremina" userId="S::oksana.eremina@eca.edu.au::b4ee1dc5-40ae-4019-bc7d-adeda46d54e6" providerId="AD" clId="Web-{7744AA51-0BF7-F6C6-8F72-D867C1B82EA6}" dt="2020-02-23T12:07:52.825" v="75" actId="1076"/>
          <ac:spMkLst>
            <pc:docMk/>
            <pc:sldMk cId="0" sldId="265"/>
            <ac:spMk id="7" creationId="{CF364521-EF59-4A63-BFDE-DBAAFA87EAF4}"/>
          </ac:spMkLst>
        </pc:spChg>
      </pc:sldChg>
      <pc:sldChg chg="modSp">
        <pc:chgData name="Oksana Eremina" userId="S::oksana.eremina@eca.edu.au::b4ee1dc5-40ae-4019-bc7d-adeda46d54e6" providerId="AD" clId="Web-{7744AA51-0BF7-F6C6-8F72-D867C1B82EA6}" dt="2020-02-23T11:59:48.556" v="3" actId="20577"/>
        <pc:sldMkLst>
          <pc:docMk/>
          <pc:sldMk cId="2668804652" sldId="375"/>
        </pc:sldMkLst>
        <pc:spChg chg="mod">
          <ac:chgData name="Oksana Eremina" userId="S::oksana.eremina@eca.edu.au::b4ee1dc5-40ae-4019-bc7d-adeda46d54e6" providerId="AD" clId="Web-{7744AA51-0BF7-F6C6-8F72-D867C1B82EA6}" dt="2020-02-23T11:59:48.556" v="3" actId="20577"/>
          <ac:spMkLst>
            <pc:docMk/>
            <pc:sldMk cId="2668804652" sldId="375"/>
            <ac:spMk id="2" creationId="{1AD8CE33-1564-4396-B86F-C9E69B2C4D00}"/>
          </ac:spMkLst>
        </pc:spChg>
      </pc:sldChg>
      <pc:sldChg chg="modSp">
        <pc:chgData name="Oksana Eremina" userId="S::oksana.eremina@eca.edu.au::b4ee1dc5-40ae-4019-bc7d-adeda46d54e6" providerId="AD" clId="Web-{7744AA51-0BF7-F6C6-8F72-D867C1B82EA6}" dt="2020-02-23T21:25:02.881" v="104" actId="20577"/>
        <pc:sldMkLst>
          <pc:docMk/>
          <pc:sldMk cId="4198612452" sldId="376"/>
        </pc:sldMkLst>
        <pc:spChg chg="mod">
          <ac:chgData name="Oksana Eremina" userId="S::oksana.eremina@eca.edu.au::b4ee1dc5-40ae-4019-bc7d-adeda46d54e6" providerId="AD" clId="Web-{7744AA51-0BF7-F6C6-8F72-D867C1B82EA6}" dt="2020-02-23T21:25:02.881" v="104" actId="20577"/>
          <ac:spMkLst>
            <pc:docMk/>
            <pc:sldMk cId="4198612452" sldId="376"/>
            <ac:spMk id="3" creationId="{D040421F-F911-4426-B64F-0F52B606E5CA}"/>
          </ac:spMkLst>
        </pc:spChg>
      </pc:sldChg>
      <pc:sldChg chg="modSp">
        <pc:chgData name="Oksana Eremina" userId="S::oksana.eremina@eca.edu.au::b4ee1dc5-40ae-4019-bc7d-adeda46d54e6" providerId="AD" clId="Web-{7744AA51-0BF7-F6C6-8F72-D867C1B82EA6}" dt="2020-02-23T11:59:33.618" v="1" actId="20577"/>
        <pc:sldMkLst>
          <pc:docMk/>
          <pc:sldMk cId="3353781063" sldId="380"/>
        </pc:sldMkLst>
        <pc:spChg chg="mod">
          <ac:chgData name="Oksana Eremina" userId="S::oksana.eremina@eca.edu.au::b4ee1dc5-40ae-4019-bc7d-adeda46d54e6" providerId="AD" clId="Web-{7744AA51-0BF7-F6C6-8F72-D867C1B82EA6}" dt="2020-02-23T11:59:33.618" v="1" actId="20577"/>
          <ac:spMkLst>
            <pc:docMk/>
            <pc:sldMk cId="3353781063" sldId="380"/>
            <ac:spMk id="2" creationId="{1AD8CE33-1564-4396-B86F-C9E69B2C4D00}"/>
          </ac:spMkLst>
        </pc:spChg>
      </pc:sldChg>
      <pc:sldChg chg="modSp">
        <pc:chgData name="Oksana Eremina" userId="S::oksana.eremina@eca.edu.au::b4ee1dc5-40ae-4019-bc7d-adeda46d54e6" providerId="AD" clId="Web-{7744AA51-0BF7-F6C6-8F72-D867C1B82EA6}" dt="2020-02-23T12:01:35.869" v="18" actId="20577"/>
        <pc:sldMkLst>
          <pc:docMk/>
          <pc:sldMk cId="4028714070" sldId="381"/>
        </pc:sldMkLst>
        <pc:spChg chg="mod">
          <ac:chgData name="Oksana Eremina" userId="S::oksana.eremina@eca.edu.au::b4ee1dc5-40ae-4019-bc7d-adeda46d54e6" providerId="AD" clId="Web-{7744AA51-0BF7-F6C6-8F72-D867C1B82EA6}" dt="2020-02-23T12:01:35.869" v="18" actId="20577"/>
          <ac:spMkLst>
            <pc:docMk/>
            <pc:sldMk cId="4028714070" sldId="381"/>
            <ac:spMk id="2" creationId="{1AD8CE33-1564-4396-B86F-C9E69B2C4D00}"/>
          </ac:spMkLst>
        </pc:spChg>
      </pc:sldChg>
      <pc:sldChg chg="modSp">
        <pc:chgData name="Oksana Eremina" userId="S::oksana.eremina@eca.edu.au::b4ee1dc5-40ae-4019-bc7d-adeda46d54e6" providerId="AD" clId="Web-{7744AA51-0BF7-F6C6-8F72-D867C1B82EA6}" dt="2020-02-23T12:01:52.511" v="21" actId="14100"/>
        <pc:sldMkLst>
          <pc:docMk/>
          <pc:sldMk cId="2974850345" sldId="382"/>
        </pc:sldMkLst>
        <pc:spChg chg="mod">
          <ac:chgData name="Oksana Eremina" userId="S::oksana.eremina@eca.edu.au::b4ee1dc5-40ae-4019-bc7d-adeda46d54e6" providerId="AD" clId="Web-{7744AA51-0BF7-F6C6-8F72-D867C1B82EA6}" dt="2020-02-23T12:01:52.511" v="21" actId="14100"/>
          <ac:spMkLst>
            <pc:docMk/>
            <pc:sldMk cId="2974850345" sldId="382"/>
            <ac:spMk id="3" creationId="{B9A3E0EB-00D5-489E-83EA-4AA0A3B10335}"/>
          </ac:spMkLst>
        </pc:spChg>
      </pc:sldChg>
      <pc:sldChg chg="modSp">
        <pc:chgData name="Oksana Eremina" userId="S::oksana.eremina@eca.edu.au::b4ee1dc5-40ae-4019-bc7d-adeda46d54e6" providerId="AD" clId="Web-{7744AA51-0BF7-F6C6-8F72-D867C1B82EA6}" dt="2020-02-23T12:00:47.040" v="10" actId="20577"/>
        <pc:sldMkLst>
          <pc:docMk/>
          <pc:sldMk cId="263720632" sldId="384"/>
        </pc:sldMkLst>
        <pc:spChg chg="mod">
          <ac:chgData name="Oksana Eremina" userId="S::oksana.eremina@eca.edu.au::b4ee1dc5-40ae-4019-bc7d-adeda46d54e6" providerId="AD" clId="Web-{7744AA51-0BF7-F6C6-8F72-D867C1B82EA6}" dt="2020-02-23T12:00:47.040" v="10" actId="20577"/>
          <ac:spMkLst>
            <pc:docMk/>
            <pc:sldMk cId="263720632" sldId="384"/>
            <ac:spMk id="2" creationId="{1AD8CE33-1564-4396-B86F-C9E69B2C4D00}"/>
          </ac:spMkLst>
        </pc:spChg>
      </pc:sldChg>
    </pc:docChg>
  </pc:docChgLst>
  <pc:docChgLst>
    <pc:chgData name="Sarah Vaughan Plummer" userId="S::sarah.plummer@eca.edu.au::693e56c0-bbdb-44e7-b096-21025f5dda73" providerId="AD" clId="Web-{13F45C0E-B399-001B-3413-C8BC8F90B35D}"/>
    <pc:docChg chg="addSld delSld modSld">
      <pc:chgData name="Sarah Vaughan Plummer" userId="S::sarah.plummer@eca.edu.au::693e56c0-bbdb-44e7-b096-21025f5dda73" providerId="AD" clId="Web-{13F45C0E-B399-001B-3413-C8BC8F90B35D}" dt="2019-09-25T00:24:39.551" v="41"/>
      <pc:docMkLst>
        <pc:docMk/>
      </pc:docMkLst>
      <pc:sldChg chg="del">
        <pc:chgData name="Sarah Vaughan Plummer" userId="S::sarah.plummer@eca.edu.au::693e56c0-bbdb-44e7-b096-21025f5dda73" providerId="AD" clId="Web-{13F45C0E-B399-001B-3413-C8BC8F90B35D}" dt="2019-09-24T23:53:51.106" v="3"/>
        <pc:sldMkLst>
          <pc:docMk/>
          <pc:sldMk cId="885392033" sldId="276"/>
        </pc:sldMkLst>
      </pc:sldChg>
      <pc:sldChg chg="del">
        <pc:chgData name="Sarah Vaughan Plummer" userId="S::sarah.plummer@eca.edu.au::693e56c0-bbdb-44e7-b096-21025f5dda73" providerId="AD" clId="Web-{13F45C0E-B399-001B-3413-C8BC8F90B35D}" dt="2019-09-24T23:54:51.496" v="5"/>
        <pc:sldMkLst>
          <pc:docMk/>
          <pc:sldMk cId="3745591888" sldId="350"/>
        </pc:sldMkLst>
      </pc:sldChg>
      <pc:sldChg chg="del">
        <pc:chgData name="Sarah Vaughan Plummer" userId="S::sarah.plummer@eca.edu.au::693e56c0-bbdb-44e7-b096-21025f5dda73" providerId="AD" clId="Web-{13F45C0E-B399-001B-3413-C8BC8F90B35D}" dt="2019-09-25T00:06:51.602" v="9"/>
        <pc:sldMkLst>
          <pc:docMk/>
          <pc:sldMk cId="946611107" sldId="352"/>
        </pc:sldMkLst>
      </pc:sldChg>
      <pc:sldChg chg="addSp delSp modSp del">
        <pc:chgData name="Sarah Vaughan Plummer" userId="S::sarah.plummer@eca.edu.au::693e56c0-bbdb-44e7-b096-21025f5dda73" providerId="AD" clId="Web-{13F45C0E-B399-001B-3413-C8BC8F90B35D}" dt="2019-09-25T00:17:53.052" v="34"/>
        <pc:sldMkLst>
          <pc:docMk/>
          <pc:sldMk cId="554228582" sldId="354"/>
        </pc:sldMkLst>
        <pc:spChg chg="del mod">
          <ac:chgData name="Sarah Vaughan Plummer" userId="S::sarah.plummer@eca.edu.au::693e56c0-bbdb-44e7-b096-21025f5dda73" providerId="AD" clId="Web-{13F45C0E-B399-001B-3413-C8BC8F90B35D}" dt="2019-09-25T00:16:35.178" v="23"/>
          <ac:spMkLst>
            <pc:docMk/>
            <pc:sldMk cId="554228582" sldId="354"/>
            <ac:spMk id="24" creationId="{28FB9BC6-295F-43B8-A346-EE17E5A2C42B}"/>
          </ac:spMkLst>
        </pc:spChg>
        <pc:spChg chg="add">
          <ac:chgData name="Sarah Vaughan Plummer" userId="S::sarah.plummer@eca.edu.au::693e56c0-bbdb-44e7-b096-21025f5dda73" providerId="AD" clId="Web-{13F45C0E-B399-001B-3413-C8BC8F90B35D}" dt="2019-09-25T00:17:31.677" v="31"/>
          <ac:spMkLst>
            <pc:docMk/>
            <pc:sldMk cId="554228582" sldId="354"/>
            <ac:spMk id="53" creationId="{45F0BC22-8ACB-4A70-984D-896A1077689D}"/>
          </ac:spMkLst>
        </pc:spChg>
        <pc:graphicFrameChg chg="del">
          <ac:chgData name="Sarah Vaughan Plummer" userId="S::sarah.plummer@eca.edu.au::693e56c0-bbdb-44e7-b096-21025f5dda73" providerId="AD" clId="Web-{13F45C0E-B399-001B-3413-C8BC8F90B35D}" dt="2019-09-25T00:16:44.162" v="24"/>
          <ac:graphicFrameMkLst>
            <pc:docMk/>
            <pc:sldMk cId="554228582" sldId="354"/>
            <ac:graphicFrameMk id="9" creationId="{6A42D128-05E1-4DC3-8113-27DD42C2CEA3}"/>
          </ac:graphicFrameMkLst>
        </pc:graphicFrameChg>
        <pc:cxnChg chg="del">
          <ac:chgData name="Sarah Vaughan Plummer" userId="S::sarah.plummer@eca.edu.au::693e56c0-bbdb-44e7-b096-21025f5dda73" providerId="AD" clId="Web-{13F45C0E-B399-001B-3413-C8BC8F90B35D}" dt="2019-09-25T00:17:03.412" v="27"/>
          <ac:cxnSpMkLst>
            <pc:docMk/>
            <pc:sldMk cId="554228582" sldId="354"/>
            <ac:cxnSpMk id="4" creationId="{56D18152-DD0E-45BD-BB4D-6EA49FF55B7E}"/>
          </ac:cxnSpMkLst>
        </pc:cxnChg>
        <pc:cxnChg chg="del">
          <ac:chgData name="Sarah Vaughan Plummer" userId="S::sarah.plummer@eca.edu.au::693e56c0-bbdb-44e7-b096-21025f5dda73" providerId="AD" clId="Web-{13F45C0E-B399-001B-3413-C8BC8F90B35D}" dt="2019-09-25T00:17:01.224" v="25"/>
          <ac:cxnSpMkLst>
            <pc:docMk/>
            <pc:sldMk cId="554228582" sldId="354"/>
            <ac:cxnSpMk id="6" creationId="{34A88AC3-CD4D-4303-A064-8508048A2088}"/>
          </ac:cxnSpMkLst>
        </pc:cxnChg>
        <pc:cxnChg chg="del">
          <ac:chgData name="Sarah Vaughan Plummer" userId="S::sarah.plummer@eca.edu.au::693e56c0-bbdb-44e7-b096-21025f5dda73" providerId="AD" clId="Web-{13F45C0E-B399-001B-3413-C8BC8F90B35D}" dt="2019-09-25T00:17:02.412" v="26"/>
          <ac:cxnSpMkLst>
            <pc:docMk/>
            <pc:sldMk cId="554228582" sldId="354"/>
            <ac:cxnSpMk id="14" creationId="{BC16D12E-640E-4939-912A-86977DC67FE5}"/>
          </ac:cxnSpMkLst>
        </pc:cxnChg>
        <pc:cxnChg chg="del">
          <ac:chgData name="Sarah Vaughan Plummer" userId="S::sarah.plummer@eca.edu.au::693e56c0-bbdb-44e7-b096-21025f5dda73" providerId="AD" clId="Web-{13F45C0E-B399-001B-3413-C8BC8F90B35D}" dt="2019-09-25T00:17:04.490" v="28"/>
          <ac:cxnSpMkLst>
            <pc:docMk/>
            <pc:sldMk cId="554228582" sldId="354"/>
            <ac:cxnSpMk id="18" creationId="{65A1EFBF-7F4C-4DD1-B04F-0477291E5C7E}"/>
          </ac:cxnSpMkLst>
        </pc:cxnChg>
      </pc:sldChg>
      <pc:sldChg chg="del">
        <pc:chgData name="Sarah Vaughan Plummer" userId="S::sarah.plummer@eca.edu.au::693e56c0-bbdb-44e7-b096-21025f5dda73" providerId="AD" clId="Web-{13F45C0E-B399-001B-3413-C8BC8F90B35D}" dt="2019-09-25T00:23:51.551" v="37"/>
        <pc:sldMkLst>
          <pc:docMk/>
          <pc:sldMk cId="4293416193" sldId="356"/>
        </pc:sldMkLst>
      </pc:sldChg>
      <pc:sldChg chg="del">
        <pc:chgData name="Sarah Vaughan Plummer" userId="S::sarah.plummer@eca.edu.au::693e56c0-bbdb-44e7-b096-21025f5dda73" providerId="AD" clId="Web-{13F45C0E-B399-001B-3413-C8BC8F90B35D}" dt="2019-09-25T00:24:39.551" v="41"/>
        <pc:sldMkLst>
          <pc:docMk/>
          <pc:sldMk cId="2856866047" sldId="362"/>
        </pc:sldMkLst>
      </pc:sldChg>
      <pc:sldChg chg="add">
        <pc:chgData name="Sarah Vaughan Plummer" userId="S::sarah.plummer@eca.edu.au::693e56c0-bbdb-44e7-b096-21025f5dda73" providerId="AD" clId="Web-{13F45C0E-B399-001B-3413-C8BC8F90B35D}" dt="2019-09-24T23:53:41.981" v="2"/>
        <pc:sldMkLst>
          <pc:docMk/>
          <pc:sldMk cId="782775168" sldId="364"/>
        </pc:sldMkLst>
      </pc:sldChg>
      <pc:sldChg chg="add del">
        <pc:chgData name="Sarah Vaughan Plummer" userId="S::sarah.plummer@eca.edu.au::693e56c0-bbdb-44e7-b096-21025f5dda73" providerId="AD" clId="Web-{13F45C0E-B399-001B-3413-C8BC8F90B35D}" dt="2019-09-24T23:52:43.715" v="1"/>
        <pc:sldMkLst>
          <pc:docMk/>
          <pc:sldMk cId="1586796466" sldId="364"/>
        </pc:sldMkLst>
      </pc:sldChg>
      <pc:sldChg chg="add del">
        <pc:chgData name="Sarah Vaughan Plummer" userId="S::sarah.plummer@eca.edu.au::693e56c0-bbdb-44e7-b096-21025f5dda73" providerId="AD" clId="Web-{13F45C0E-B399-001B-3413-C8BC8F90B35D}" dt="2019-09-24T23:55:16.168" v="6"/>
        <pc:sldMkLst>
          <pc:docMk/>
          <pc:sldMk cId="775055093" sldId="365"/>
        </pc:sldMkLst>
      </pc:sldChg>
      <pc:sldChg chg="modSp add del">
        <pc:chgData name="Sarah Vaughan Plummer" userId="S::sarah.plummer@eca.edu.au::693e56c0-bbdb-44e7-b096-21025f5dda73" providerId="AD" clId="Web-{13F45C0E-B399-001B-3413-C8BC8F90B35D}" dt="2019-09-25T00:08:33.992" v="12"/>
        <pc:sldMkLst>
          <pc:docMk/>
          <pc:sldMk cId="1217597890" sldId="365"/>
        </pc:sldMkLst>
        <pc:spChg chg="mod">
          <ac:chgData name="Sarah Vaughan Plummer" userId="S::sarah.plummer@eca.edu.au::693e56c0-bbdb-44e7-b096-21025f5dda73" providerId="AD" clId="Web-{13F45C0E-B399-001B-3413-C8BC8F90B35D}" dt="2019-09-24T23:56:58.948" v="8" actId="1076"/>
          <ac:spMkLst>
            <pc:docMk/>
            <pc:sldMk cId="1217597890" sldId="365"/>
            <ac:spMk id="5" creationId="{248BAC29-2570-4A22-87A1-FEDB763DA23A}"/>
          </ac:spMkLst>
        </pc:spChg>
      </pc:sldChg>
      <pc:sldChg chg="modSp add">
        <pc:chgData name="Sarah Vaughan Plummer" userId="S::sarah.plummer@eca.edu.au::693e56c0-bbdb-44e7-b096-21025f5dda73" providerId="AD" clId="Web-{13F45C0E-B399-001B-3413-C8BC8F90B35D}" dt="2019-09-25T00:09:21.289" v="19" actId="1076"/>
        <pc:sldMkLst>
          <pc:docMk/>
          <pc:sldMk cId="3218150849" sldId="365"/>
        </pc:sldMkLst>
        <pc:spChg chg="mod">
          <ac:chgData name="Sarah Vaughan Plummer" userId="S::sarah.plummer@eca.edu.au::693e56c0-bbdb-44e7-b096-21025f5dda73" providerId="AD" clId="Web-{13F45C0E-B399-001B-3413-C8BC8F90B35D}" dt="2019-09-25T00:09:21.289" v="19" actId="1076"/>
          <ac:spMkLst>
            <pc:docMk/>
            <pc:sldMk cId="3218150849" sldId="365"/>
            <ac:spMk id="5" creationId="{248BAC29-2570-4A22-87A1-FEDB763DA23A}"/>
          </ac:spMkLst>
        </pc:spChg>
      </pc:sldChg>
      <pc:sldChg chg="add del">
        <pc:chgData name="Sarah Vaughan Plummer" userId="S::sarah.plummer@eca.edu.au::693e56c0-bbdb-44e7-b096-21025f5dda73" providerId="AD" clId="Web-{13F45C0E-B399-001B-3413-C8BC8F90B35D}" dt="2019-09-25T00:07:27.961" v="11"/>
        <pc:sldMkLst>
          <pc:docMk/>
          <pc:sldMk cId="592787929" sldId="366"/>
        </pc:sldMkLst>
      </pc:sldChg>
      <pc:sldChg chg="add">
        <pc:chgData name="Sarah Vaughan Plummer" userId="S::sarah.plummer@eca.edu.au::693e56c0-bbdb-44e7-b096-21025f5dda73" providerId="AD" clId="Web-{13F45C0E-B399-001B-3413-C8BC8F90B35D}" dt="2019-09-25T00:10:30.914" v="20"/>
        <pc:sldMkLst>
          <pc:docMk/>
          <pc:sldMk cId="3765980198" sldId="366"/>
        </pc:sldMkLst>
      </pc:sldChg>
      <pc:sldChg chg="add del">
        <pc:chgData name="Sarah Vaughan Plummer" userId="S::sarah.plummer@eca.edu.au::693e56c0-bbdb-44e7-b096-21025f5dda73" providerId="AD" clId="Web-{13F45C0E-B399-001B-3413-C8BC8F90B35D}" dt="2019-09-25T00:17:41.334" v="33"/>
        <pc:sldMkLst>
          <pc:docMk/>
          <pc:sldMk cId="2305624781" sldId="367"/>
        </pc:sldMkLst>
      </pc:sldChg>
      <pc:sldChg chg="add del">
        <pc:chgData name="Sarah Vaughan Plummer" userId="S::sarah.plummer@eca.edu.au::693e56c0-bbdb-44e7-b096-21025f5dda73" providerId="AD" clId="Web-{13F45C0E-B399-001B-3413-C8BC8F90B35D}" dt="2019-09-25T00:17:11.240" v="30"/>
        <pc:sldMkLst>
          <pc:docMk/>
          <pc:sldMk cId="2797154378" sldId="367"/>
        </pc:sldMkLst>
      </pc:sldChg>
      <pc:sldChg chg="add">
        <pc:chgData name="Sarah Vaughan Plummer" userId="S::sarah.plummer@eca.edu.au::693e56c0-bbdb-44e7-b096-21025f5dda73" providerId="AD" clId="Web-{13F45C0E-B399-001B-3413-C8BC8F90B35D}" dt="2019-09-25T00:18:18.428" v="35"/>
        <pc:sldMkLst>
          <pc:docMk/>
          <pc:sldMk cId="3443763130" sldId="367"/>
        </pc:sldMkLst>
      </pc:sldChg>
      <pc:sldChg chg="modSp add">
        <pc:chgData name="Sarah Vaughan Plummer" userId="S::sarah.plummer@eca.edu.au::693e56c0-bbdb-44e7-b096-21025f5dda73" providerId="AD" clId="Web-{13F45C0E-B399-001B-3413-C8BC8F90B35D}" dt="2019-09-25T00:24:09.738" v="39" actId="14100"/>
        <pc:sldMkLst>
          <pc:docMk/>
          <pc:sldMk cId="1512526421" sldId="368"/>
        </pc:sldMkLst>
        <pc:spChg chg="mod">
          <ac:chgData name="Sarah Vaughan Plummer" userId="S::sarah.plummer@eca.edu.au::693e56c0-bbdb-44e7-b096-21025f5dda73" providerId="AD" clId="Web-{13F45C0E-B399-001B-3413-C8BC8F90B35D}" dt="2019-09-25T00:24:09.738" v="39" actId="14100"/>
          <ac:spMkLst>
            <pc:docMk/>
            <pc:sldMk cId="1512526421" sldId="368"/>
            <ac:spMk id="4" creationId="{F5D2BF76-A256-4ABA-BB76-E4BBCA4ACE60}"/>
          </ac:spMkLst>
        </pc:spChg>
        <pc:spChg chg="mod">
          <ac:chgData name="Sarah Vaughan Plummer" userId="S::sarah.plummer@eca.edu.au::693e56c0-bbdb-44e7-b096-21025f5dda73" providerId="AD" clId="Web-{13F45C0E-B399-001B-3413-C8BC8F90B35D}" dt="2019-09-25T00:24:04.691" v="38" actId="14100"/>
          <ac:spMkLst>
            <pc:docMk/>
            <pc:sldMk cId="1512526421" sldId="368"/>
            <ac:spMk id="10" creationId="{00000000-0000-0000-0000-000000000000}"/>
          </ac:spMkLst>
        </pc:spChg>
      </pc:sldChg>
      <pc:sldChg chg="add">
        <pc:chgData name="Sarah Vaughan Plummer" userId="S::sarah.plummer@eca.edu.au::693e56c0-bbdb-44e7-b096-21025f5dda73" providerId="AD" clId="Web-{13F45C0E-B399-001B-3413-C8BC8F90B35D}" dt="2019-09-25T00:24:36.035" v="40"/>
        <pc:sldMkLst>
          <pc:docMk/>
          <pc:sldMk cId="3278300905" sldId="369"/>
        </pc:sldMkLst>
      </pc:sldChg>
    </pc:docChg>
  </pc:docChgLst>
  <pc:docChgLst>
    <pc:chgData name="Sujeet Kumar Shrestha" userId="6379b8f0-6761-4779-9a0e-f4354aabdf0d" providerId="ADAL" clId="{438B51BD-B58E-4F0E-A239-264B5EB2AEDB}"/>
  </pc:docChgLst>
  <pc:docChgLst>
    <pc:chgData name="Oksana Eremina" userId="S::oksana.eremina@eca.edu.au::b4ee1dc5-40ae-4019-bc7d-adeda46d54e6" providerId="AD" clId="Web-{3398337D-772C-1B86-B73C-28B6B0D07556}"/>
    <pc:docChg chg="modSld">
      <pc:chgData name="Oksana Eremina" userId="S::oksana.eremina@eca.edu.au::b4ee1dc5-40ae-4019-bc7d-adeda46d54e6" providerId="AD" clId="Web-{3398337D-772C-1B86-B73C-28B6B0D07556}" dt="2020-03-15T05:38:24.969" v="6" actId="1076"/>
      <pc:docMkLst>
        <pc:docMk/>
      </pc:docMkLst>
      <pc:sldChg chg="addSp modSp">
        <pc:chgData name="Oksana Eremina" userId="S::oksana.eremina@eca.edu.au::b4ee1dc5-40ae-4019-bc7d-adeda46d54e6" providerId="AD" clId="Web-{3398337D-772C-1B86-B73C-28B6B0D07556}" dt="2020-03-15T05:38:24.969" v="6" actId="1076"/>
        <pc:sldMkLst>
          <pc:docMk/>
          <pc:sldMk cId="3032962040" sldId="385"/>
        </pc:sldMkLst>
        <pc:spChg chg="mod">
          <ac:chgData name="Oksana Eremina" userId="S::oksana.eremina@eca.edu.au::b4ee1dc5-40ae-4019-bc7d-adeda46d54e6" providerId="AD" clId="Web-{3398337D-772C-1B86-B73C-28B6B0D07556}" dt="2020-03-15T05:37:49.031" v="0" actId="1076"/>
          <ac:spMkLst>
            <pc:docMk/>
            <pc:sldMk cId="3032962040" sldId="385"/>
            <ac:spMk id="2" creationId="{1AD8CE33-1564-4396-B86F-C9E69B2C4D00}"/>
          </ac:spMkLst>
        </pc:spChg>
        <pc:picChg chg="add mod">
          <ac:chgData name="Oksana Eremina" userId="S::oksana.eremina@eca.edu.au::b4ee1dc5-40ae-4019-bc7d-adeda46d54e6" providerId="AD" clId="Web-{3398337D-772C-1B86-B73C-28B6B0D07556}" dt="2020-03-15T05:38:24.969" v="6" actId="1076"/>
          <ac:picMkLst>
            <pc:docMk/>
            <pc:sldMk cId="3032962040" sldId="385"/>
            <ac:picMk id="3" creationId="{94CF8536-F5C7-4A7B-AB51-4426EA2C6EE6}"/>
          </ac:picMkLst>
        </pc:picChg>
      </pc:sldChg>
    </pc:docChg>
  </pc:docChgLst>
  <pc:docChgLst>
    <pc:chgData name="Sarah Vaughan Plummer" userId="S::sarah.plummer@eca.edu.au::693e56c0-bbdb-44e7-b096-21025f5dda73" providerId="AD" clId="Web-{902F6459-FF4C-8D38-C459-ED2ABD0E92D0}"/>
    <pc:docChg chg="modSld">
      <pc:chgData name="Sarah Vaughan Plummer" userId="S::sarah.plummer@eca.edu.au::693e56c0-bbdb-44e7-b096-21025f5dda73" providerId="AD" clId="Web-{902F6459-FF4C-8D38-C459-ED2ABD0E92D0}" dt="2019-09-27T04:20:42.615" v="22" actId="1076"/>
      <pc:docMkLst>
        <pc:docMk/>
      </pc:docMkLst>
      <pc:sldChg chg="addSp delSp modSp">
        <pc:chgData name="Sarah Vaughan Plummer" userId="S::sarah.plummer@eca.edu.au::693e56c0-bbdb-44e7-b096-21025f5dda73" providerId="AD" clId="Web-{902F6459-FF4C-8D38-C459-ED2ABD0E92D0}" dt="2019-09-27T04:20:42.615" v="22" actId="1076"/>
        <pc:sldMkLst>
          <pc:docMk/>
          <pc:sldMk cId="0" sldId="296"/>
        </pc:sldMkLst>
        <pc:spChg chg="del mod">
          <ac:chgData name="Sarah Vaughan Plummer" userId="S::sarah.plummer@eca.edu.au::693e56c0-bbdb-44e7-b096-21025f5dda73" providerId="AD" clId="Web-{902F6459-FF4C-8D38-C459-ED2ABD0E92D0}" dt="2019-09-27T04:19:55.286" v="7"/>
          <ac:spMkLst>
            <pc:docMk/>
            <pc:sldMk cId="0" sldId="296"/>
            <ac:spMk id="132" creationId="{DAD88DE8-0C09-43FC-855A-0606F17BDE61}"/>
          </ac:spMkLst>
        </pc:spChg>
        <pc:spChg chg="del mod">
          <ac:chgData name="Sarah Vaughan Plummer" userId="S::sarah.plummer@eca.edu.au::693e56c0-bbdb-44e7-b096-21025f5dda73" providerId="AD" clId="Web-{902F6459-FF4C-8D38-C459-ED2ABD0E92D0}" dt="2019-09-27T04:19:53.880" v="6"/>
          <ac:spMkLst>
            <pc:docMk/>
            <pc:sldMk cId="0" sldId="296"/>
            <ac:spMk id="133" creationId="{666D9BA5-2AF9-41C4-9823-90595E2D962E}"/>
          </ac:spMkLst>
        </pc:spChg>
        <pc:spChg chg="del mod">
          <ac:chgData name="Sarah Vaughan Plummer" userId="S::sarah.plummer@eca.edu.au::693e56c0-bbdb-44e7-b096-21025f5dda73" providerId="AD" clId="Web-{902F6459-FF4C-8D38-C459-ED2ABD0E92D0}" dt="2019-09-27T04:20:02.848" v="14"/>
          <ac:spMkLst>
            <pc:docMk/>
            <pc:sldMk cId="0" sldId="296"/>
            <ac:spMk id="134" creationId="{AE7FA00E-1FCD-4436-9619-697423270984}"/>
          </ac:spMkLst>
        </pc:spChg>
        <pc:spChg chg="del">
          <ac:chgData name="Sarah Vaughan Plummer" userId="S::sarah.plummer@eca.edu.au::693e56c0-bbdb-44e7-b096-21025f5dda73" providerId="AD" clId="Web-{902F6459-FF4C-8D38-C459-ED2ABD0E92D0}" dt="2019-09-27T04:19:50.755" v="2"/>
          <ac:spMkLst>
            <pc:docMk/>
            <pc:sldMk cId="0" sldId="296"/>
            <ac:spMk id="135" creationId="{41D2AF4D-708D-4098-B158-8BB80CCC3600}"/>
          </ac:spMkLst>
        </pc:spChg>
        <pc:spChg chg="del mod">
          <ac:chgData name="Sarah Vaughan Plummer" userId="S::sarah.plummer@eca.edu.au::693e56c0-bbdb-44e7-b096-21025f5dda73" providerId="AD" clId="Web-{902F6459-FF4C-8D38-C459-ED2ABD0E92D0}" dt="2019-09-27T04:19:57.942" v="10"/>
          <ac:spMkLst>
            <pc:docMk/>
            <pc:sldMk cId="0" sldId="296"/>
            <ac:spMk id="136" creationId="{0DE0F839-2E67-4FDD-8E31-32CEF08D9243}"/>
          </ac:spMkLst>
        </pc:spChg>
        <pc:picChg chg="del">
          <ac:chgData name="Sarah Vaughan Plummer" userId="S::sarah.plummer@eca.edu.au::693e56c0-bbdb-44e7-b096-21025f5dda73" providerId="AD" clId="Web-{902F6459-FF4C-8D38-C459-ED2ABD0E92D0}" dt="2019-09-27T04:19:45.270" v="0"/>
          <ac:picMkLst>
            <pc:docMk/>
            <pc:sldMk cId="0" sldId="296"/>
            <ac:picMk id="3" creationId="{036117AD-790C-405B-AC4E-D3E0E85C8A2F}"/>
          </ac:picMkLst>
        </pc:picChg>
        <pc:picChg chg="add mod">
          <ac:chgData name="Sarah Vaughan Plummer" userId="S::sarah.plummer@eca.edu.au::693e56c0-bbdb-44e7-b096-21025f5dda73" providerId="AD" clId="Web-{902F6459-FF4C-8D38-C459-ED2ABD0E92D0}" dt="2019-09-27T04:20:42.615" v="22" actId="1076"/>
          <ac:picMkLst>
            <pc:docMk/>
            <pc:sldMk cId="0" sldId="296"/>
            <ac:picMk id="4" creationId="{42DB0DD5-29F1-4DA0-8B31-30ACECDAD425}"/>
          </ac:picMkLst>
        </pc:picChg>
      </pc:sldChg>
    </pc:docChg>
  </pc:docChgLst>
  <pc:docChgLst>
    <pc:chgData name="Oksana Eremina" userId="S::oksana.eremina@eca.edu.au::b4ee1dc5-40ae-4019-bc7d-adeda46d54e6" providerId="AD" clId="Web-{4B55588D-21C7-C6DC-3197-620CAC06E866}"/>
    <pc:docChg chg="modSld">
      <pc:chgData name="Oksana Eremina" userId="S::oksana.eremina@eca.edu.au::b4ee1dc5-40ae-4019-bc7d-adeda46d54e6" providerId="AD" clId="Web-{4B55588D-21C7-C6DC-3197-620CAC06E866}" dt="2020-02-29T22:39:27.759" v="164" actId="20577"/>
      <pc:docMkLst>
        <pc:docMk/>
      </pc:docMkLst>
      <pc:sldChg chg="addSp modSp">
        <pc:chgData name="Oksana Eremina" userId="S::oksana.eremina@eca.edu.au::b4ee1dc5-40ae-4019-bc7d-adeda46d54e6" providerId="AD" clId="Web-{4B55588D-21C7-C6DC-3197-620CAC06E866}" dt="2020-02-29T22:38:37.509" v="149" actId="1076"/>
        <pc:sldMkLst>
          <pc:docMk/>
          <pc:sldMk cId="0" sldId="265"/>
        </pc:sldMkLst>
        <pc:spChg chg="mod">
          <ac:chgData name="Oksana Eremina" userId="S::oksana.eremina@eca.edu.au::b4ee1dc5-40ae-4019-bc7d-adeda46d54e6" providerId="AD" clId="Web-{4B55588D-21C7-C6DC-3197-620CAC06E866}" dt="2020-02-29T22:38:31.244" v="148" actId="1076"/>
          <ac:spMkLst>
            <pc:docMk/>
            <pc:sldMk cId="0" sldId="265"/>
            <ac:spMk id="3" creationId="{C56EB6D4-B020-41FE-948F-260C9C14167D}"/>
          </ac:spMkLst>
        </pc:spChg>
        <pc:spChg chg="mod">
          <ac:chgData name="Oksana Eremina" userId="S::oksana.eremina@eca.edu.au::b4ee1dc5-40ae-4019-bc7d-adeda46d54e6" providerId="AD" clId="Web-{4B55588D-21C7-C6DC-3197-620CAC06E866}" dt="2020-02-29T22:38:37.509" v="149" actId="1076"/>
          <ac:spMkLst>
            <pc:docMk/>
            <pc:sldMk cId="0" sldId="265"/>
            <ac:spMk id="6" creationId="{C2B6C1D6-5953-4A29-AA7D-218AA357864B}"/>
          </ac:spMkLst>
        </pc:spChg>
        <pc:picChg chg="add mod">
          <ac:chgData name="Oksana Eremina" userId="S::oksana.eremina@eca.edu.au::b4ee1dc5-40ae-4019-bc7d-adeda46d54e6" providerId="AD" clId="Web-{4B55588D-21C7-C6DC-3197-620CAC06E866}" dt="2020-02-29T22:38:26.259" v="147" actId="1076"/>
          <ac:picMkLst>
            <pc:docMk/>
            <pc:sldMk cId="0" sldId="265"/>
            <ac:picMk id="8" creationId="{E948F550-69DC-48A6-966B-8A7D080A0216}"/>
          </ac:picMkLst>
        </pc:picChg>
      </pc:sldChg>
      <pc:sldChg chg="addSp modSp">
        <pc:chgData name="Oksana Eremina" userId="S::oksana.eremina@eca.edu.au::b4ee1dc5-40ae-4019-bc7d-adeda46d54e6" providerId="AD" clId="Web-{4B55588D-21C7-C6DC-3197-620CAC06E866}" dt="2020-02-29T22:31:27.558" v="44" actId="1076"/>
        <pc:sldMkLst>
          <pc:docMk/>
          <pc:sldMk cId="2668804652" sldId="375"/>
        </pc:sldMkLst>
        <pc:spChg chg="mod">
          <ac:chgData name="Oksana Eremina" userId="S::oksana.eremina@eca.edu.au::b4ee1dc5-40ae-4019-bc7d-adeda46d54e6" providerId="AD" clId="Web-{4B55588D-21C7-C6DC-3197-620CAC06E866}" dt="2020-02-29T22:31:24.214" v="41" actId="20577"/>
          <ac:spMkLst>
            <pc:docMk/>
            <pc:sldMk cId="2668804652" sldId="375"/>
            <ac:spMk id="2" creationId="{1AD8CE33-1564-4396-B86F-C9E69B2C4D00}"/>
          </ac:spMkLst>
        </pc:spChg>
        <pc:picChg chg="add mod">
          <ac:chgData name="Oksana Eremina" userId="S::oksana.eremina@eca.edu.au::b4ee1dc5-40ae-4019-bc7d-adeda46d54e6" providerId="AD" clId="Web-{4B55588D-21C7-C6DC-3197-620CAC06E866}" dt="2020-02-29T22:31:27.558" v="44" actId="1076"/>
          <ac:picMkLst>
            <pc:docMk/>
            <pc:sldMk cId="2668804652" sldId="375"/>
            <ac:picMk id="3" creationId="{8F5DC9BB-93EA-4001-AF67-119CC1CB811C}"/>
          </ac:picMkLst>
        </pc:picChg>
      </pc:sldChg>
      <pc:sldChg chg="modSp">
        <pc:chgData name="Oksana Eremina" userId="S::oksana.eremina@eca.edu.au::b4ee1dc5-40ae-4019-bc7d-adeda46d54e6" providerId="AD" clId="Web-{4B55588D-21C7-C6DC-3197-620CAC06E866}" dt="2020-02-29T22:39:27.759" v="163" actId="20577"/>
        <pc:sldMkLst>
          <pc:docMk/>
          <pc:sldMk cId="4198612452" sldId="376"/>
        </pc:sldMkLst>
        <pc:spChg chg="mod">
          <ac:chgData name="Oksana Eremina" userId="S::oksana.eremina@eca.edu.au::b4ee1dc5-40ae-4019-bc7d-adeda46d54e6" providerId="AD" clId="Web-{4B55588D-21C7-C6DC-3197-620CAC06E866}" dt="2020-02-29T22:39:27.759" v="163" actId="20577"/>
          <ac:spMkLst>
            <pc:docMk/>
            <pc:sldMk cId="4198612452" sldId="376"/>
            <ac:spMk id="3" creationId="{D040421F-F911-4426-B64F-0F52B606E5CA}"/>
          </ac:spMkLst>
        </pc:spChg>
      </pc:sldChg>
      <pc:sldChg chg="addSp modSp">
        <pc:chgData name="Oksana Eremina" userId="S::oksana.eremina@eca.edu.au::b4ee1dc5-40ae-4019-bc7d-adeda46d54e6" providerId="AD" clId="Web-{4B55588D-21C7-C6DC-3197-620CAC06E866}" dt="2020-02-29T22:29:35.871" v="1" actId="1076"/>
        <pc:sldMkLst>
          <pc:docMk/>
          <pc:sldMk cId="2605469343" sldId="379"/>
        </pc:sldMkLst>
        <pc:picChg chg="add mod">
          <ac:chgData name="Oksana Eremina" userId="S::oksana.eremina@eca.edu.au::b4ee1dc5-40ae-4019-bc7d-adeda46d54e6" providerId="AD" clId="Web-{4B55588D-21C7-C6DC-3197-620CAC06E866}" dt="2020-02-29T22:29:35.871" v="1" actId="1076"/>
          <ac:picMkLst>
            <pc:docMk/>
            <pc:sldMk cId="2605469343" sldId="379"/>
            <ac:picMk id="3" creationId="{CE243BEB-A7AD-48D7-9A1E-82227447D8F7}"/>
          </ac:picMkLst>
        </pc:picChg>
      </pc:sldChg>
      <pc:sldChg chg="addSp modSp">
        <pc:chgData name="Oksana Eremina" userId="S::oksana.eremina@eca.edu.au::b4ee1dc5-40ae-4019-bc7d-adeda46d54e6" providerId="AD" clId="Web-{4B55588D-21C7-C6DC-3197-620CAC06E866}" dt="2020-02-29T22:30:41.464" v="34" actId="1076"/>
        <pc:sldMkLst>
          <pc:docMk/>
          <pc:sldMk cId="3353781063" sldId="380"/>
        </pc:sldMkLst>
        <pc:spChg chg="mod">
          <ac:chgData name="Oksana Eremina" userId="S::oksana.eremina@eca.edu.au::b4ee1dc5-40ae-4019-bc7d-adeda46d54e6" providerId="AD" clId="Web-{4B55588D-21C7-C6DC-3197-620CAC06E866}" dt="2020-02-29T22:30:38.683" v="31" actId="20577"/>
          <ac:spMkLst>
            <pc:docMk/>
            <pc:sldMk cId="3353781063" sldId="380"/>
            <ac:spMk id="2" creationId="{1AD8CE33-1564-4396-B86F-C9E69B2C4D00}"/>
          </ac:spMkLst>
        </pc:spChg>
        <pc:picChg chg="add mod">
          <ac:chgData name="Oksana Eremina" userId="S::oksana.eremina@eca.edu.au::b4ee1dc5-40ae-4019-bc7d-adeda46d54e6" providerId="AD" clId="Web-{4B55588D-21C7-C6DC-3197-620CAC06E866}" dt="2020-02-29T22:30:41.464" v="34" actId="1076"/>
          <ac:picMkLst>
            <pc:docMk/>
            <pc:sldMk cId="3353781063" sldId="380"/>
            <ac:picMk id="3" creationId="{769AD0AA-2EF5-45D4-AC3B-EC05F47D5DC9}"/>
          </ac:picMkLst>
        </pc:picChg>
      </pc:sldChg>
      <pc:sldChg chg="modSp">
        <pc:chgData name="Oksana Eremina" userId="S::oksana.eremina@eca.edu.au::b4ee1dc5-40ae-4019-bc7d-adeda46d54e6" providerId="AD" clId="Web-{4B55588D-21C7-C6DC-3197-620CAC06E866}" dt="2020-02-29T22:37:19.150" v="131" actId="20577"/>
        <pc:sldMkLst>
          <pc:docMk/>
          <pc:sldMk cId="4028714070" sldId="381"/>
        </pc:sldMkLst>
        <pc:spChg chg="mod">
          <ac:chgData name="Oksana Eremina" userId="S::oksana.eremina@eca.edu.au::b4ee1dc5-40ae-4019-bc7d-adeda46d54e6" providerId="AD" clId="Web-{4B55588D-21C7-C6DC-3197-620CAC06E866}" dt="2020-02-29T22:37:19.150" v="131" actId="20577"/>
          <ac:spMkLst>
            <pc:docMk/>
            <pc:sldMk cId="4028714070" sldId="381"/>
            <ac:spMk id="2" creationId="{1AD8CE33-1564-4396-B86F-C9E69B2C4D00}"/>
          </ac:spMkLst>
        </pc:spChg>
      </pc:sldChg>
      <pc:sldChg chg="addSp modSp">
        <pc:chgData name="Oksana Eremina" userId="S::oksana.eremina@eca.edu.au::b4ee1dc5-40ae-4019-bc7d-adeda46d54e6" providerId="AD" clId="Web-{4B55588D-21C7-C6DC-3197-620CAC06E866}" dt="2020-02-29T22:38:10.884" v="143" actId="20577"/>
        <pc:sldMkLst>
          <pc:docMk/>
          <pc:sldMk cId="2974850345" sldId="382"/>
        </pc:sldMkLst>
        <pc:spChg chg="mod">
          <ac:chgData name="Oksana Eremina" userId="S::oksana.eremina@eca.edu.au::b4ee1dc5-40ae-4019-bc7d-adeda46d54e6" providerId="AD" clId="Web-{4B55588D-21C7-C6DC-3197-620CAC06E866}" dt="2020-02-29T22:38:10.884" v="143" actId="20577"/>
          <ac:spMkLst>
            <pc:docMk/>
            <pc:sldMk cId="2974850345" sldId="382"/>
            <ac:spMk id="2" creationId="{49736C18-6D2B-458A-8F98-7E5656B7EB3F}"/>
          </ac:spMkLst>
        </pc:spChg>
        <pc:spChg chg="mod">
          <ac:chgData name="Oksana Eremina" userId="S::oksana.eremina@eca.edu.au::b4ee1dc5-40ae-4019-bc7d-adeda46d54e6" providerId="AD" clId="Web-{4B55588D-21C7-C6DC-3197-620CAC06E866}" dt="2020-02-29T22:37:52.635" v="141" actId="1076"/>
          <ac:spMkLst>
            <pc:docMk/>
            <pc:sldMk cId="2974850345" sldId="382"/>
            <ac:spMk id="3" creationId="{B9A3E0EB-00D5-489E-83EA-4AA0A3B10335}"/>
          </ac:spMkLst>
        </pc:spChg>
        <pc:picChg chg="add mod">
          <ac:chgData name="Oksana Eremina" userId="S::oksana.eremina@eca.edu.au::b4ee1dc5-40ae-4019-bc7d-adeda46d54e6" providerId="AD" clId="Web-{4B55588D-21C7-C6DC-3197-620CAC06E866}" dt="2020-02-29T22:37:59.713" v="142" actId="1076"/>
          <ac:picMkLst>
            <pc:docMk/>
            <pc:sldMk cId="2974850345" sldId="382"/>
            <ac:picMk id="4" creationId="{102B07E7-26FE-4BBE-A1B3-DFD78B4A9815}"/>
          </ac:picMkLst>
        </pc:picChg>
      </pc:sldChg>
      <pc:sldChg chg="addSp modSp">
        <pc:chgData name="Oksana Eremina" userId="S::oksana.eremina@eca.edu.au::b4ee1dc5-40ae-4019-bc7d-adeda46d54e6" providerId="AD" clId="Web-{4B55588D-21C7-C6DC-3197-620CAC06E866}" dt="2020-02-29T22:35:45.026" v="106" actId="1076"/>
        <pc:sldMkLst>
          <pc:docMk/>
          <pc:sldMk cId="1774714059" sldId="383"/>
        </pc:sldMkLst>
        <pc:spChg chg="mod">
          <ac:chgData name="Oksana Eremina" userId="S::oksana.eremina@eca.edu.au::b4ee1dc5-40ae-4019-bc7d-adeda46d54e6" providerId="AD" clId="Web-{4B55588D-21C7-C6DC-3197-620CAC06E866}" dt="2020-02-29T22:35:45.026" v="106" actId="1076"/>
          <ac:spMkLst>
            <pc:docMk/>
            <pc:sldMk cId="1774714059" sldId="383"/>
            <ac:spMk id="2" creationId="{1AD8CE33-1564-4396-B86F-C9E69B2C4D00}"/>
          </ac:spMkLst>
        </pc:spChg>
        <pc:spChg chg="add mod">
          <ac:chgData name="Oksana Eremina" userId="S::oksana.eremina@eca.edu.au::b4ee1dc5-40ae-4019-bc7d-adeda46d54e6" providerId="AD" clId="Web-{4B55588D-21C7-C6DC-3197-620CAC06E866}" dt="2020-02-29T22:33:54.166" v="100" actId="20577"/>
          <ac:spMkLst>
            <pc:docMk/>
            <pc:sldMk cId="1774714059" sldId="383"/>
            <ac:spMk id="3" creationId="{080F0A12-2CA4-415C-B46B-9C53CAE836DA}"/>
          </ac:spMkLst>
        </pc:spChg>
        <pc:picChg chg="add mod">
          <ac:chgData name="Oksana Eremina" userId="S::oksana.eremina@eca.edu.au::b4ee1dc5-40ae-4019-bc7d-adeda46d54e6" providerId="AD" clId="Web-{4B55588D-21C7-C6DC-3197-620CAC06E866}" dt="2020-02-29T22:35:38.042" v="105" actId="1076"/>
          <ac:picMkLst>
            <pc:docMk/>
            <pc:sldMk cId="1774714059" sldId="383"/>
            <ac:picMk id="6" creationId="{56A02322-A178-427F-A0CA-3C9842670395}"/>
          </ac:picMkLst>
        </pc:picChg>
      </pc:sldChg>
      <pc:sldChg chg="addSp modSp">
        <pc:chgData name="Oksana Eremina" userId="S::oksana.eremina@eca.edu.au::b4ee1dc5-40ae-4019-bc7d-adeda46d54e6" providerId="AD" clId="Web-{4B55588D-21C7-C6DC-3197-620CAC06E866}" dt="2020-02-29T22:36:53.885" v="124" actId="20577"/>
        <pc:sldMkLst>
          <pc:docMk/>
          <pc:sldMk cId="263720632" sldId="384"/>
        </pc:sldMkLst>
        <pc:spChg chg="mod">
          <ac:chgData name="Oksana Eremina" userId="S::oksana.eremina@eca.edu.au::b4ee1dc5-40ae-4019-bc7d-adeda46d54e6" providerId="AD" clId="Web-{4B55588D-21C7-C6DC-3197-620CAC06E866}" dt="2020-02-29T22:36:53.885" v="124" actId="20577"/>
          <ac:spMkLst>
            <pc:docMk/>
            <pc:sldMk cId="263720632" sldId="384"/>
            <ac:spMk id="2" creationId="{1AD8CE33-1564-4396-B86F-C9E69B2C4D00}"/>
          </ac:spMkLst>
        </pc:spChg>
        <pc:picChg chg="add mod">
          <ac:chgData name="Oksana Eremina" userId="S::oksana.eremina@eca.edu.au::b4ee1dc5-40ae-4019-bc7d-adeda46d54e6" providerId="AD" clId="Web-{4B55588D-21C7-C6DC-3197-620CAC06E866}" dt="2020-02-29T22:36:48.135" v="123" actId="14100"/>
          <ac:picMkLst>
            <pc:docMk/>
            <pc:sldMk cId="263720632" sldId="384"/>
            <ac:picMk id="3" creationId="{3B710CD4-44E1-4D98-A316-24D0A50B7261}"/>
          </ac:picMkLst>
        </pc:picChg>
      </pc:sldChg>
      <pc:sldChg chg="modSp">
        <pc:chgData name="Oksana Eremina" userId="S::oksana.eremina@eca.edu.au::b4ee1dc5-40ae-4019-bc7d-adeda46d54e6" providerId="AD" clId="Web-{4B55588D-21C7-C6DC-3197-620CAC06E866}" dt="2020-02-29T22:32:01.542" v="50" actId="20577"/>
        <pc:sldMkLst>
          <pc:docMk/>
          <pc:sldMk cId="3032962040" sldId="385"/>
        </pc:sldMkLst>
        <pc:spChg chg="mod">
          <ac:chgData name="Oksana Eremina" userId="S::oksana.eremina@eca.edu.au::b4ee1dc5-40ae-4019-bc7d-adeda46d54e6" providerId="AD" clId="Web-{4B55588D-21C7-C6DC-3197-620CAC06E866}" dt="2020-02-29T22:32:01.542" v="50" actId="20577"/>
          <ac:spMkLst>
            <pc:docMk/>
            <pc:sldMk cId="3032962040" sldId="385"/>
            <ac:spMk id="2" creationId="{1AD8CE33-1564-4396-B86F-C9E69B2C4D00}"/>
          </ac:spMkLst>
        </pc:spChg>
      </pc:sldChg>
      <pc:sldChg chg="modSp">
        <pc:chgData name="Oksana Eremina" userId="S::oksana.eremina@eca.edu.au::b4ee1dc5-40ae-4019-bc7d-adeda46d54e6" providerId="AD" clId="Web-{4B55588D-21C7-C6DC-3197-620CAC06E866}" dt="2020-02-29T22:32:26.448" v="59" actId="20577"/>
        <pc:sldMkLst>
          <pc:docMk/>
          <pc:sldMk cId="3521309483" sldId="386"/>
        </pc:sldMkLst>
        <pc:spChg chg="mod">
          <ac:chgData name="Oksana Eremina" userId="S::oksana.eremina@eca.edu.au::b4ee1dc5-40ae-4019-bc7d-adeda46d54e6" providerId="AD" clId="Web-{4B55588D-21C7-C6DC-3197-620CAC06E866}" dt="2020-02-29T22:32:26.448" v="59" actId="20577"/>
          <ac:spMkLst>
            <pc:docMk/>
            <pc:sldMk cId="3521309483" sldId="386"/>
            <ac:spMk id="2" creationId="{1AD8CE33-1564-4396-B86F-C9E69B2C4D00}"/>
          </ac:spMkLst>
        </pc:spChg>
      </pc:sldChg>
    </pc:docChg>
  </pc:docChgLst>
  <pc:docChgLst>
    <pc:chgData name="Ashish Kharel" userId="f6942b3f-91f3-48df-b3f7-a0e5d2e287bd" providerId="ADAL" clId="{56118728-A10B-4655-A601-A497D3473B24}"/>
    <pc:docChg chg="modSld">
      <pc:chgData name="Ashish Kharel" userId="f6942b3f-91f3-48df-b3f7-a0e5d2e287bd" providerId="ADAL" clId="{56118728-A10B-4655-A601-A497D3473B24}" dt="2019-09-18T01:00:54.391" v="0" actId="20577"/>
      <pc:docMkLst>
        <pc:docMk/>
      </pc:docMkLst>
      <pc:sldChg chg="modSp">
        <pc:chgData name="Ashish Kharel" userId="f6942b3f-91f3-48df-b3f7-a0e5d2e287bd" providerId="ADAL" clId="{56118728-A10B-4655-A601-A497D3473B24}" dt="2019-09-18T01:00:54.391" v="0" actId="20577"/>
        <pc:sldMkLst>
          <pc:docMk/>
          <pc:sldMk cId="0" sldId="268"/>
        </pc:sldMkLst>
        <pc:spChg chg="mod">
          <ac:chgData name="Ashish Kharel" userId="f6942b3f-91f3-48df-b3f7-a0e5d2e287bd" providerId="ADAL" clId="{56118728-A10B-4655-A601-A497D3473B24}" dt="2019-09-18T01:00:54.391" v="0" actId="20577"/>
          <ac:spMkLst>
            <pc:docMk/>
            <pc:sldMk cId="0" sldId="268"/>
            <ac:spMk id="3" creationId="{00000000-0000-0000-0000-000000000000}"/>
          </ac:spMkLst>
        </pc:spChg>
      </pc:sldChg>
    </pc:docChg>
  </pc:docChgLst>
  <pc:docChgLst>
    <pc:chgData name="Sarah Vaughan Plummer" userId="S::sarah.plummer@eca.edu.au::693e56c0-bbdb-44e7-b096-21025f5dda73" providerId="AD" clId="Web-{A03E8583-9224-BBE5-2389-C6A4F8430BFB}"/>
    <pc:docChg chg="addSld delSld modSld">
      <pc:chgData name="Sarah Vaughan Plummer" userId="S::sarah.plummer@eca.edu.au::693e56c0-bbdb-44e7-b096-21025f5dda73" providerId="AD" clId="Web-{A03E8583-9224-BBE5-2389-C6A4F8430BFB}" dt="2019-09-25T07:46:55.478" v="616" actId="20577"/>
      <pc:docMkLst>
        <pc:docMk/>
      </pc:docMkLst>
      <pc:sldChg chg="modSp">
        <pc:chgData name="Sarah Vaughan Plummer" userId="S::sarah.plummer@eca.edu.au::693e56c0-bbdb-44e7-b096-21025f5dda73" providerId="AD" clId="Web-{A03E8583-9224-BBE5-2389-C6A4F8430BFB}" dt="2019-09-25T05:45:20.412" v="190" actId="20577"/>
        <pc:sldMkLst>
          <pc:docMk/>
          <pc:sldMk cId="0" sldId="282"/>
        </pc:sldMkLst>
        <pc:spChg chg="mod">
          <ac:chgData name="Sarah Vaughan Plummer" userId="S::sarah.plummer@eca.edu.au::693e56c0-bbdb-44e7-b096-21025f5dda73" providerId="AD" clId="Web-{A03E8583-9224-BBE5-2389-C6A4F8430BFB}" dt="2019-09-25T05:45:20.412" v="190" actId="20577"/>
          <ac:spMkLst>
            <pc:docMk/>
            <pc:sldMk cId="0" sldId="282"/>
            <ac:spMk id="4" creationId="{00000000-0000-0000-0000-000000000000}"/>
          </ac:spMkLst>
        </pc:spChg>
      </pc:sldChg>
      <pc:sldChg chg="modSp">
        <pc:chgData name="Sarah Vaughan Plummer" userId="S::sarah.plummer@eca.edu.au::693e56c0-bbdb-44e7-b096-21025f5dda73" providerId="AD" clId="Web-{A03E8583-9224-BBE5-2389-C6A4F8430BFB}" dt="2019-09-25T05:39:27.521" v="187" actId="1076"/>
        <pc:sldMkLst>
          <pc:docMk/>
          <pc:sldMk cId="0" sldId="286"/>
        </pc:sldMkLst>
        <pc:spChg chg="mod">
          <ac:chgData name="Sarah Vaughan Plummer" userId="S::sarah.plummer@eca.edu.au::693e56c0-bbdb-44e7-b096-21025f5dda73" providerId="AD" clId="Web-{A03E8583-9224-BBE5-2389-C6A4F8430BFB}" dt="2019-09-25T05:39:27.521" v="187" actId="1076"/>
          <ac:spMkLst>
            <pc:docMk/>
            <pc:sldMk cId="0" sldId="286"/>
            <ac:spMk id="3" creationId="{00000000-0000-0000-0000-000000000000}"/>
          </ac:spMkLst>
        </pc:spChg>
      </pc:sldChg>
      <pc:sldChg chg="modSp">
        <pc:chgData name="Sarah Vaughan Plummer" userId="S::sarah.plummer@eca.edu.au::693e56c0-bbdb-44e7-b096-21025f5dda73" providerId="AD" clId="Web-{A03E8583-9224-BBE5-2389-C6A4F8430BFB}" dt="2019-09-25T05:37:06.552" v="177"/>
        <pc:sldMkLst>
          <pc:docMk/>
          <pc:sldMk cId="0" sldId="287"/>
        </pc:sldMkLst>
        <pc:graphicFrameChg chg="mod modGraphic">
          <ac:chgData name="Sarah Vaughan Plummer" userId="S::sarah.plummer@eca.edu.au::693e56c0-bbdb-44e7-b096-21025f5dda73" providerId="AD" clId="Web-{A03E8583-9224-BBE5-2389-C6A4F8430BFB}" dt="2019-09-25T05:37:06.552" v="177"/>
          <ac:graphicFrameMkLst>
            <pc:docMk/>
            <pc:sldMk cId="0" sldId="287"/>
            <ac:graphicFrameMk id="3" creationId="{3BD5D433-F224-4F74-8ECE-2CE74AC407EA}"/>
          </ac:graphicFrameMkLst>
        </pc:graphicFrameChg>
      </pc:sldChg>
      <pc:sldChg chg="modSp">
        <pc:chgData name="Sarah Vaughan Plummer" userId="S::sarah.plummer@eca.edu.au::693e56c0-bbdb-44e7-b096-21025f5dda73" providerId="AD" clId="Web-{A03E8583-9224-BBE5-2389-C6A4F8430BFB}" dt="2019-09-25T05:36:29.458" v="175" actId="20577"/>
        <pc:sldMkLst>
          <pc:docMk/>
          <pc:sldMk cId="0" sldId="288"/>
        </pc:sldMkLst>
        <pc:spChg chg="mod">
          <ac:chgData name="Sarah Vaughan Plummer" userId="S::sarah.plummer@eca.edu.au::693e56c0-bbdb-44e7-b096-21025f5dda73" providerId="AD" clId="Web-{A03E8583-9224-BBE5-2389-C6A4F8430BFB}" dt="2019-09-25T05:36:29.458" v="175" actId="20577"/>
          <ac:spMkLst>
            <pc:docMk/>
            <pc:sldMk cId="0" sldId="288"/>
            <ac:spMk id="3" creationId="{00000000-0000-0000-0000-000000000000}"/>
          </ac:spMkLst>
        </pc:spChg>
      </pc:sldChg>
      <pc:sldChg chg="modSp">
        <pc:chgData name="Sarah Vaughan Plummer" userId="S::sarah.plummer@eca.edu.au::693e56c0-bbdb-44e7-b096-21025f5dda73" providerId="AD" clId="Web-{A03E8583-9224-BBE5-2389-C6A4F8430BFB}" dt="2019-09-25T05:30:52.552" v="169" actId="20577"/>
        <pc:sldMkLst>
          <pc:docMk/>
          <pc:sldMk cId="0" sldId="289"/>
        </pc:sldMkLst>
        <pc:spChg chg="mod">
          <ac:chgData name="Sarah Vaughan Plummer" userId="S::sarah.plummer@eca.edu.au::693e56c0-bbdb-44e7-b096-21025f5dda73" providerId="AD" clId="Web-{A03E8583-9224-BBE5-2389-C6A4F8430BFB}" dt="2019-09-25T05:30:52.552" v="169" actId="20577"/>
          <ac:spMkLst>
            <pc:docMk/>
            <pc:sldMk cId="0" sldId="289"/>
            <ac:spMk id="3" creationId="{00000000-0000-0000-0000-000000000000}"/>
          </ac:spMkLst>
        </pc:spChg>
      </pc:sldChg>
      <pc:sldChg chg="modSp">
        <pc:chgData name="Sarah Vaughan Plummer" userId="S::sarah.plummer@eca.edu.au::693e56c0-bbdb-44e7-b096-21025f5dda73" providerId="AD" clId="Web-{A03E8583-9224-BBE5-2389-C6A4F8430BFB}" dt="2019-09-25T05:23:32.287" v="153" actId="20577"/>
        <pc:sldMkLst>
          <pc:docMk/>
          <pc:sldMk cId="0" sldId="290"/>
        </pc:sldMkLst>
        <pc:spChg chg="mod">
          <ac:chgData name="Sarah Vaughan Plummer" userId="S::sarah.plummer@eca.edu.au::693e56c0-bbdb-44e7-b096-21025f5dda73" providerId="AD" clId="Web-{A03E8583-9224-BBE5-2389-C6A4F8430BFB}" dt="2019-09-25T05:23:32.287" v="153" actId="20577"/>
          <ac:spMkLst>
            <pc:docMk/>
            <pc:sldMk cId="0" sldId="290"/>
            <ac:spMk id="3" creationId="{00000000-0000-0000-0000-000000000000}"/>
          </ac:spMkLst>
        </pc:spChg>
      </pc:sldChg>
      <pc:sldChg chg="modSp">
        <pc:chgData name="Sarah Vaughan Plummer" userId="S::sarah.plummer@eca.edu.au::693e56c0-bbdb-44e7-b096-21025f5dda73" providerId="AD" clId="Web-{A03E8583-9224-BBE5-2389-C6A4F8430BFB}" dt="2019-09-25T05:23:54.599" v="157" actId="20577"/>
        <pc:sldMkLst>
          <pc:docMk/>
          <pc:sldMk cId="0" sldId="292"/>
        </pc:sldMkLst>
        <pc:spChg chg="mod">
          <ac:chgData name="Sarah Vaughan Plummer" userId="S::sarah.plummer@eca.edu.au::693e56c0-bbdb-44e7-b096-21025f5dda73" providerId="AD" clId="Web-{A03E8583-9224-BBE5-2389-C6A4F8430BFB}" dt="2019-09-25T05:23:54.599" v="157" actId="20577"/>
          <ac:spMkLst>
            <pc:docMk/>
            <pc:sldMk cId="0" sldId="292"/>
            <ac:spMk id="3" creationId="{00000000-0000-0000-0000-000000000000}"/>
          </ac:spMkLst>
        </pc:spChg>
      </pc:sldChg>
      <pc:sldChg chg="modSp">
        <pc:chgData name="Sarah Vaughan Plummer" userId="S::sarah.plummer@eca.edu.au::693e56c0-bbdb-44e7-b096-21025f5dda73" providerId="AD" clId="Web-{A03E8583-9224-BBE5-2389-C6A4F8430BFB}" dt="2019-09-25T04:51:34.925" v="11" actId="1076"/>
        <pc:sldMkLst>
          <pc:docMk/>
          <pc:sldMk cId="0" sldId="294"/>
        </pc:sldMkLst>
        <pc:spChg chg="mod">
          <ac:chgData name="Sarah Vaughan Plummer" userId="S::sarah.plummer@eca.edu.au::693e56c0-bbdb-44e7-b096-21025f5dda73" providerId="AD" clId="Web-{A03E8583-9224-BBE5-2389-C6A4F8430BFB}" dt="2019-09-25T04:50:19.925" v="10" actId="1076"/>
          <ac:spMkLst>
            <pc:docMk/>
            <pc:sldMk cId="0" sldId="294"/>
            <ac:spMk id="18" creationId="{00000000-0000-0000-0000-000000000000}"/>
          </ac:spMkLst>
        </pc:spChg>
        <pc:spChg chg="mod">
          <ac:chgData name="Sarah Vaughan Plummer" userId="S::sarah.plummer@eca.edu.au::693e56c0-bbdb-44e7-b096-21025f5dda73" providerId="AD" clId="Web-{A03E8583-9224-BBE5-2389-C6A4F8430BFB}" dt="2019-09-25T04:51:34.925" v="11" actId="1076"/>
          <ac:spMkLst>
            <pc:docMk/>
            <pc:sldMk cId="0" sldId="294"/>
            <ac:spMk id="47" creationId="{00000000-0000-0000-0000-000000000000}"/>
          </ac:spMkLst>
        </pc:spChg>
      </pc:sldChg>
      <pc:sldChg chg="modSp">
        <pc:chgData name="Sarah Vaughan Plummer" userId="S::sarah.plummer@eca.edu.au::693e56c0-bbdb-44e7-b096-21025f5dda73" providerId="AD" clId="Web-{A03E8583-9224-BBE5-2389-C6A4F8430BFB}" dt="2019-09-25T04:36:05.191" v="7" actId="20577"/>
        <pc:sldMkLst>
          <pc:docMk/>
          <pc:sldMk cId="0" sldId="295"/>
        </pc:sldMkLst>
        <pc:spChg chg="mod">
          <ac:chgData name="Sarah Vaughan Plummer" userId="S::sarah.plummer@eca.edu.au::693e56c0-bbdb-44e7-b096-21025f5dda73" providerId="AD" clId="Web-{A03E8583-9224-BBE5-2389-C6A4F8430BFB}" dt="2019-09-25T04:36:05.191" v="7" actId="20577"/>
          <ac:spMkLst>
            <pc:docMk/>
            <pc:sldMk cId="0" sldId="295"/>
            <ac:spMk id="7" creationId="{9DCB68A8-9F39-487F-89F4-BD40CA8DE1F0}"/>
          </ac:spMkLst>
        </pc:spChg>
      </pc:sldChg>
      <pc:sldChg chg="modSp">
        <pc:chgData name="Sarah Vaughan Plummer" userId="S::sarah.plummer@eca.edu.au::693e56c0-bbdb-44e7-b096-21025f5dda73" providerId="AD" clId="Web-{A03E8583-9224-BBE5-2389-C6A4F8430BFB}" dt="2019-09-25T07:23:10.410" v="485" actId="20577"/>
        <pc:sldMkLst>
          <pc:docMk/>
          <pc:sldMk cId="0" sldId="298"/>
        </pc:sldMkLst>
        <pc:spChg chg="mod">
          <ac:chgData name="Sarah Vaughan Plummer" userId="S::sarah.plummer@eca.edu.au::693e56c0-bbdb-44e7-b096-21025f5dda73" providerId="AD" clId="Web-{A03E8583-9224-BBE5-2389-C6A4F8430BFB}" dt="2019-09-25T07:23:10.410" v="485" actId="20577"/>
          <ac:spMkLst>
            <pc:docMk/>
            <pc:sldMk cId="0" sldId="298"/>
            <ac:spMk id="3" creationId="{00000000-0000-0000-0000-000000000000}"/>
          </ac:spMkLst>
        </pc:spChg>
      </pc:sldChg>
      <pc:sldChg chg="modSp">
        <pc:chgData name="Sarah Vaughan Plummer" userId="S::sarah.plummer@eca.edu.au::693e56c0-bbdb-44e7-b096-21025f5dda73" providerId="AD" clId="Web-{A03E8583-9224-BBE5-2389-C6A4F8430BFB}" dt="2019-09-25T07:41:36.150" v="595" actId="20577"/>
        <pc:sldMkLst>
          <pc:docMk/>
          <pc:sldMk cId="0" sldId="299"/>
        </pc:sldMkLst>
        <pc:spChg chg="mod">
          <ac:chgData name="Sarah Vaughan Plummer" userId="S::sarah.plummer@eca.edu.au::693e56c0-bbdb-44e7-b096-21025f5dda73" providerId="AD" clId="Web-{A03E8583-9224-BBE5-2389-C6A4F8430BFB}" dt="2019-09-25T07:41:36.150" v="595" actId="20577"/>
          <ac:spMkLst>
            <pc:docMk/>
            <pc:sldMk cId="0" sldId="299"/>
            <ac:spMk id="3" creationId="{00000000-0000-0000-0000-000000000000}"/>
          </ac:spMkLst>
        </pc:spChg>
      </pc:sldChg>
      <pc:sldChg chg="modSp">
        <pc:chgData name="Sarah Vaughan Plummer" userId="S::sarah.plummer@eca.edu.au::693e56c0-bbdb-44e7-b096-21025f5dda73" providerId="AD" clId="Web-{A03E8583-9224-BBE5-2389-C6A4F8430BFB}" dt="2019-09-25T07:39:42.801" v="589" actId="14100"/>
        <pc:sldMkLst>
          <pc:docMk/>
          <pc:sldMk cId="0" sldId="301"/>
        </pc:sldMkLst>
        <pc:spChg chg="mod">
          <ac:chgData name="Sarah Vaughan Plummer" userId="S::sarah.plummer@eca.edu.au::693e56c0-bbdb-44e7-b096-21025f5dda73" providerId="AD" clId="Web-{A03E8583-9224-BBE5-2389-C6A4F8430BFB}" dt="2019-09-25T07:39:42.801" v="589" actId="14100"/>
          <ac:spMkLst>
            <pc:docMk/>
            <pc:sldMk cId="0" sldId="301"/>
            <ac:spMk id="5" creationId="{00000000-0000-0000-0000-000000000000}"/>
          </ac:spMkLst>
        </pc:spChg>
      </pc:sldChg>
      <pc:sldChg chg="modSp">
        <pc:chgData name="Sarah Vaughan Plummer" userId="S::sarah.plummer@eca.edu.au::693e56c0-bbdb-44e7-b096-21025f5dda73" providerId="AD" clId="Web-{A03E8583-9224-BBE5-2389-C6A4F8430BFB}" dt="2019-09-25T07:39:05.395" v="581" actId="20577"/>
        <pc:sldMkLst>
          <pc:docMk/>
          <pc:sldMk cId="0" sldId="302"/>
        </pc:sldMkLst>
        <pc:spChg chg="mod">
          <ac:chgData name="Sarah Vaughan Plummer" userId="S::sarah.plummer@eca.edu.au::693e56c0-bbdb-44e7-b096-21025f5dda73" providerId="AD" clId="Web-{A03E8583-9224-BBE5-2389-C6A4F8430BFB}" dt="2019-09-25T07:39:05.395" v="581" actId="20577"/>
          <ac:spMkLst>
            <pc:docMk/>
            <pc:sldMk cId="0" sldId="302"/>
            <ac:spMk id="5" creationId="{825A9E7E-EB4F-4BE0-9D63-C3576CA5A078}"/>
          </ac:spMkLst>
        </pc:spChg>
      </pc:sldChg>
      <pc:sldChg chg="modSp">
        <pc:chgData name="Sarah Vaughan Plummer" userId="S::sarah.plummer@eca.edu.au::693e56c0-bbdb-44e7-b096-21025f5dda73" providerId="AD" clId="Web-{A03E8583-9224-BBE5-2389-C6A4F8430BFB}" dt="2019-09-25T07:32:16.645" v="576" actId="20577"/>
        <pc:sldMkLst>
          <pc:docMk/>
          <pc:sldMk cId="0" sldId="303"/>
        </pc:sldMkLst>
        <pc:spChg chg="mod">
          <ac:chgData name="Sarah Vaughan Plummer" userId="S::sarah.plummer@eca.edu.au::693e56c0-bbdb-44e7-b096-21025f5dda73" providerId="AD" clId="Web-{A03E8583-9224-BBE5-2389-C6A4F8430BFB}" dt="2019-09-25T07:32:16.645" v="576" actId="20577"/>
          <ac:spMkLst>
            <pc:docMk/>
            <pc:sldMk cId="0" sldId="303"/>
            <ac:spMk id="3" creationId="{00000000-0000-0000-0000-000000000000}"/>
          </ac:spMkLst>
        </pc:spChg>
      </pc:sldChg>
      <pc:sldChg chg="modSp">
        <pc:chgData name="Sarah Vaughan Plummer" userId="S::sarah.plummer@eca.edu.au::693e56c0-bbdb-44e7-b096-21025f5dda73" providerId="AD" clId="Web-{A03E8583-9224-BBE5-2389-C6A4F8430BFB}" dt="2019-09-25T06:38:09.435" v="392" actId="20577"/>
        <pc:sldMkLst>
          <pc:docMk/>
          <pc:sldMk cId="0" sldId="304"/>
        </pc:sldMkLst>
        <pc:spChg chg="mod">
          <ac:chgData name="Sarah Vaughan Plummer" userId="S::sarah.plummer@eca.edu.au::693e56c0-bbdb-44e7-b096-21025f5dda73" providerId="AD" clId="Web-{A03E8583-9224-BBE5-2389-C6A4F8430BFB}" dt="2019-09-25T06:38:09.435" v="392" actId="20577"/>
          <ac:spMkLst>
            <pc:docMk/>
            <pc:sldMk cId="0" sldId="304"/>
            <ac:spMk id="3" creationId="{00000000-0000-0000-0000-000000000000}"/>
          </ac:spMkLst>
        </pc:spChg>
      </pc:sldChg>
      <pc:sldChg chg="modSp">
        <pc:chgData name="Sarah Vaughan Plummer" userId="S::sarah.plummer@eca.edu.au::693e56c0-bbdb-44e7-b096-21025f5dda73" providerId="AD" clId="Web-{A03E8583-9224-BBE5-2389-C6A4F8430BFB}" dt="2019-09-25T07:05:44.426" v="472" actId="20577"/>
        <pc:sldMkLst>
          <pc:docMk/>
          <pc:sldMk cId="0" sldId="305"/>
        </pc:sldMkLst>
        <pc:spChg chg="mod">
          <ac:chgData name="Sarah Vaughan Plummer" userId="S::sarah.plummer@eca.edu.au::693e56c0-bbdb-44e7-b096-21025f5dda73" providerId="AD" clId="Web-{A03E8583-9224-BBE5-2389-C6A4F8430BFB}" dt="2019-09-25T07:05:44.426" v="472" actId="20577"/>
          <ac:spMkLst>
            <pc:docMk/>
            <pc:sldMk cId="0" sldId="305"/>
            <ac:spMk id="3" creationId="{00000000-0000-0000-0000-000000000000}"/>
          </ac:spMkLst>
        </pc:spChg>
      </pc:sldChg>
      <pc:sldChg chg="modSp">
        <pc:chgData name="Sarah Vaughan Plummer" userId="S::sarah.plummer@eca.edu.au::693e56c0-bbdb-44e7-b096-21025f5dda73" providerId="AD" clId="Web-{A03E8583-9224-BBE5-2389-C6A4F8430BFB}" dt="2019-09-25T06:50:06.191" v="453" actId="20577"/>
        <pc:sldMkLst>
          <pc:docMk/>
          <pc:sldMk cId="0" sldId="307"/>
        </pc:sldMkLst>
        <pc:spChg chg="mod">
          <ac:chgData name="Sarah Vaughan Plummer" userId="S::sarah.plummer@eca.edu.au::693e56c0-bbdb-44e7-b096-21025f5dda73" providerId="AD" clId="Web-{A03E8583-9224-BBE5-2389-C6A4F8430BFB}" dt="2019-09-25T06:50:06.191" v="453" actId="20577"/>
          <ac:spMkLst>
            <pc:docMk/>
            <pc:sldMk cId="0" sldId="307"/>
            <ac:spMk id="3" creationId="{00000000-0000-0000-0000-000000000000}"/>
          </ac:spMkLst>
        </pc:spChg>
      </pc:sldChg>
      <pc:sldChg chg="modSp">
        <pc:chgData name="Sarah Vaughan Plummer" userId="S::sarah.plummer@eca.edu.au::693e56c0-bbdb-44e7-b096-21025f5dda73" providerId="AD" clId="Web-{A03E8583-9224-BBE5-2389-C6A4F8430BFB}" dt="2019-09-25T06:49:00.238" v="450" actId="20577"/>
        <pc:sldMkLst>
          <pc:docMk/>
          <pc:sldMk cId="0" sldId="308"/>
        </pc:sldMkLst>
        <pc:spChg chg="mod">
          <ac:chgData name="Sarah Vaughan Plummer" userId="S::sarah.plummer@eca.edu.au::693e56c0-bbdb-44e7-b096-21025f5dda73" providerId="AD" clId="Web-{A03E8583-9224-BBE5-2389-C6A4F8430BFB}" dt="2019-09-25T06:49:00.238" v="450" actId="20577"/>
          <ac:spMkLst>
            <pc:docMk/>
            <pc:sldMk cId="0" sldId="308"/>
            <ac:spMk id="3" creationId="{00000000-0000-0000-0000-000000000000}"/>
          </ac:spMkLst>
        </pc:spChg>
      </pc:sldChg>
      <pc:sldChg chg="modSp">
        <pc:chgData name="Sarah Vaughan Plummer" userId="S::sarah.plummer@eca.edu.au::693e56c0-bbdb-44e7-b096-21025f5dda73" providerId="AD" clId="Web-{A03E8583-9224-BBE5-2389-C6A4F8430BFB}" dt="2019-09-25T06:46:56.160" v="445" actId="20577"/>
        <pc:sldMkLst>
          <pc:docMk/>
          <pc:sldMk cId="0" sldId="309"/>
        </pc:sldMkLst>
        <pc:spChg chg="mod">
          <ac:chgData name="Sarah Vaughan Plummer" userId="S::sarah.plummer@eca.edu.au::693e56c0-bbdb-44e7-b096-21025f5dda73" providerId="AD" clId="Web-{A03E8583-9224-BBE5-2389-C6A4F8430BFB}" dt="2019-09-25T06:46:56.160" v="445" actId="20577"/>
          <ac:spMkLst>
            <pc:docMk/>
            <pc:sldMk cId="0" sldId="309"/>
            <ac:spMk id="3" creationId="{00000000-0000-0000-0000-000000000000}"/>
          </ac:spMkLst>
        </pc:spChg>
      </pc:sldChg>
      <pc:sldChg chg="modSp">
        <pc:chgData name="Sarah Vaughan Plummer" userId="S::sarah.plummer@eca.edu.au::693e56c0-bbdb-44e7-b096-21025f5dda73" providerId="AD" clId="Web-{A03E8583-9224-BBE5-2389-C6A4F8430BFB}" dt="2019-09-25T06:41:00.685" v="415" actId="20577"/>
        <pc:sldMkLst>
          <pc:docMk/>
          <pc:sldMk cId="0" sldId="310"/>
        </pc:sldMkLst>
        <pc:spChg chg="mod">
          <ac:chgData name="Sarah Vaughan Plummer" userId="S::sarah.plummer@eca.edu.au::693e56c0-bbdb-44e7-b096-21025f5dda73" providerId="AD" clId="Web-{A03E8583-9224-BBE5-2389-C6A4F8430BFB}" dt="2019-09-25T06:41:00.685" v="415" actId="20577"/>
          <ac:spMkLst>
            <pc:docMk/>
            <pc:sldMk cId="0" sldId="310"/>
            <ac:spMk id="3" creationId="{00000000-0000-0000-0000-000000000000}"/>
          </ac:spMkLst>
        </pc:spChg>
      </pc:sldChg>
      <pc:sldChg chg="modSp">
        <pc:chgData name="Sarah Vaughan Plummer" userId="S::sarah.plummer@eca.edu.au::693e56c0-bbdb-44e7-b096-21025f5dda73" providerId="AD" clId="Web-{A03E8583-9224-BBE5-2389-C6A4F8430BFB}" dt="2019-09-25T06:36:18.466" v="382" actId="20577"/>
        <pc:sldMkLst>
          <pc:docMk/>
          <pc:sldMk cId="0" sldId="312"/>
        </pc:sldMkLst>
        <pc:spChg chg="mod">
          <ac:chgData name="Sarah Vaughan Plummer" userId="S::sarah.plummer@eca.edu.au::693e56c0-bbdb-44e7-b096-21025f5dda73" providerId="AD" clId="Web-{A03E8583-9224-BBE5-2389-C6A4F8430BFB}" dt="2019-09-25T06:36:18.466" v="382" actId="20577"/>
          <ac:spMkLst>
            <pc:docMk/>
            <pc:sldMk cId="0" sldId="312"/>
            <ac:spMk id="3" creationId="{00000000-0000-0000-0000-000000000000}"/>
          </ac:spMkLst>
        </pc:spChg>
      </pc:sldChg>
      <pc:sldChg chg="modSp">
        <pc:chgData name="Sarah Vaughan Plummer" userId="S::sarah.plummer@eca.edu.au::693e56c0-bbdb-44e7-b096-21025f5dda73" providerId="AD" clId="Web-{A03E8583-9224-BBE5-2389-C6A4F8430BFB}" dt="2019-09-25T06:21:31.724" v="331" actId="20577"/>
        <pc:sldMkLst>
          <pc:docMk/>
          <pc:sldMk cId="0" sldId="313"/>
        </pc:sldMkLst>
        <pc:spChg chg="mod">
          <ac:chgData name="Sarah Vaughan Plummer" userId="S::sarah.plummer@eca.edu.au::693e56c0-bbdb-44e7-b096-21025f5dda73" providerId="AD" clId="Web-{A03E8583-9224-BBE5-2389-C6A4F8430BFB}" dt="2019-09-25T06:21:31.724" v="331" actId="20577"/>
          <ac:spMkLst>
            <pc:docMk/>
            <pc:sldMk cId="0" sldId="313"/>
            <ac:spMk id="3" creationId="{00000000-0000-0000-0000-000000000000}"/>
          </ac:spMkLst>
        </pc:spChg>
      </pc:sldChg>
      <pc:sldChg chg="modSp">
        <pc:chgData name="Sarah Vaughan Plummer" userId="S::sarah.plummer@eca.edu.au::693e56c0-bbdb-44e7-b096-21025f5dda73" providerId="AD" clId="Web-{A03E8583-9224-BBE5-2389-C6A4F8430BFB}" dt="2019-09-25T06:19:19.568" v="325" actId="20577"/>
        <pc:sldMkLst>
          <pc:docMk/>
          <pc:sldMk cId="0" sldId="314"/>
        </pc:sldMkLst>
        <pc:spChg chg="mod">
          <ac:chgData name="Sarah Vaughan Plummer" userId="S::sarah.plummer@eca.edu.au::693e56c0-bbdb-44e7-b096-21025f5dda73" providerId="AD" clId="Web-{A03E8583-9224-BBE5-2389-C6A4F8430BFB}" dt="2019-09-25T06:19:19.568" v="325" actId="20577"/>
          <ac:spMkLst>
            <pc:docMk/>
            <pc:sldMk cId="0" sldId="314"/>
            <ac:spMk id="3" creationId="{00000000-0000-0000-0000-000000000000}"/>
          </ac:spMkLst>
        </pc:spChg>
      </pc:sldChg>
      <pc:sldChg chg="modSp">
        <pc:chgData name="Sarah Vaughan Plummer" userId="S::sarah.plummer@eca.edu.au::693e56c0-bbdb-44e7-b096-21025f5dda73" providerId="AD" clId="Web-{A03E8583-9224-BBE5-2389-C6A4F8430BFB}" dt="2019-09-25T06:15:45.880" v="289" actId="20577"/>
        <pc:sldMkLst>
          <pc:docMk/>
          <pc:sldMk cId="0" sldId="315"/>
        </pc:sldMkLst>
        <pc:spChg chg="mod">
          <ac:chgData name="Sarah Vaughan Plummer" userId="S::sarah.plummer@eca.edu.au::693e56c0-bbdb-44e7-b096-21025f5dda73" providerId="AD" clId="Web-{A03E8583-9224-BBE5-2389-C6A4F8430BFB}" dt="2019-09-25T06:15:45.880" v="289" actId="20577"/>
          <ac:spMkLst>
            <pc:docMk/>
            <pc:sldMk cId="0" sldId="315"/>
            <ac:spMk id="3" creationId="{00000000-0000-0000-0000-000000000000}"/>
          </ac:spMkLst>
        </pc:spChg>
      </pc:sldChg>
      <pc:sldChg chg="modSp">
        <pc:chgData name="Sarah Vaughan Plummer" userId="S::sarah.plummer@eca.edu.au::693e56c0-bbdb-44e7-b096-21025f5dda73" providerId="AD" clId="Web-{A03E8583-9224-BBE5-2389-C6A4F8430BFB}" dt="2019-09-25T07:45:18.025" v="608" actId="20577"/>
        <pc:sldMkLst>
          <pc:docMk/>
          <pc:sldMk cId="0" sldId="347"/>
        </pc:sldMkLst>
        <pc:spChg chg="mod">
          <ac:chgData name="Sarah Vaughan Plummer" userId="S::sarah.plummer@eca.edu.au::693e56c0-bbdb-44e7-b096-21025f5dda73" providerId="AD" clId="Web-{A03E8583-9224-BBE5-2389-C6A4F8430BFB}" dt="2019-09-25T07:45:18.025" v="608" actId="20577"/>
          <ac:spMkLst>
            <pc:docMk/>
            <pc:sldMk cId="0" sldId="347"/>
            <ac:spMk id="4" creationId="{00000000-0000-0000-0000-000000000000}"/>
          </ac:spMkLst>
        </pc:spChg>
        <pc:graphicFrameChg chg="mod modGraphic">
          <ac:chgData name="Sarah Vaughan Plummer" userId="S::sarah.plummer@eca.edu.au::693e56c0-bbdb-44e7-b096-21025f5dda73" providerId="AD" clId="Web-{A03E8583-9224-BBE5-2389-C6A4F8430BFB}" dt="2019-09-25T07:43:01.072" v="604"/>
          <ac:graphicFrameMkLst>
            <pc:docMk/>
            <pc:sldMk cId="0" sldId="347"/>
            <ac:graphicFrameMk id="2" creationId="{48EB0658-0F5C-4976-B244-C801EA5317A0}"/>
          </ac:graphicFrameMkLst>
        </pc:graphicFrameChg>
      </pc:sldChg>
      <pc:sldChg chg="modSp">
        <pc:chgData name="Sarah Vaughan Plummer" userId="S::sarah.plummer@eca.edu.au::693e56c0-bbdb-44e7-b096-21025f5dda73" providerId="AD" clId="Web-{A03E8583-9224-BBE5-2389-C6A4F8430BFB}" dt="2019-09-25T07:46:55.478" v="616" actId="20577"/>
        <pc:sldMkLst>
          <pc:docMk/>
          <pc:sldMk cId="0" sldId="348"/>
        </pc:sldMkLst>
        <pc:spChg chg="mod">
          <ac:chgData name="Sarah Vaughan Plummer" userId="S::sarah.plummer@eca.edu.au::693e56c0-bbdb-44e7-b096-21025f5dda73" providerId="AD" clId="Web-{A03E8583-9224-BBE5-2389-C6A4F8430BFB}" dt="2019-09-25T07:46:55.478" v="616" actId="20577"/>
          <ac:spMkLst>
            <pc:docMk/>
            <pc:sldMk cId="0" sldId="348"/>
            <ac:spMk id="4" creationId="{00000000-0000-0000-0000-000000000000}"/>
          </ac:spMkLst>
        </pc:spChg>
      </pc:sldChg>
      <pc:sldChg chg="modSp">
        <pc:chgData name="Sarah Vaughan Plummer" userId="S::sarah.plummer@eca.edu.au::693e56c0-bbdb-44e7-b096-21025f5dda73" providerId="AD" clId="Web-{A03E8583-9224-BBE5-2389-C6A4F8430BFB}" dt="2019-09-25T05:58:47.037" v="258" actId="1076"/>
        <pc:sldMkLst>
          <pc:docMk/>
          <pc:sldMk cId="1659231366" sldId="359"/>
        </pc:sldMkLst>
        <pc:spChg chg="mod">
          <ac:chgData name="Sarah Vaughan Plummer" userId="S::sarah.plummer@eca.edu.au::693e56c0-bbdb-44e7-b096-21025f5dda73" providerId="AD" clId="Web-{A03E8583-9224-BBE5-2389-C6A4F8430BFB}" dt="2019-09-25T05:57:52.740" v="251" actId="20577"/>
          <ac:spMkLst>
            <pc:docMk/>
            <pc:sldMk cId="1659231366" sldId="359"/>
            <ac:spMk id="4" creationId="{00000000-0000-0000-0000-000000000000}"/>
          </ac:spMkLst>
        </pc:spChg>
        <pc:spChg chg="mod">
          <ac:chgData name="Sarah Vaughan Plummer" userId="S::sarah.plummer@eca.edu.au::693e56c0-bbdb-44e7-b096-21025f5dda73" providerId="AD" clId="Web-{A03E8583-9224-BBE5-2389-C6A4F8430BFB}" dt="2019-09-25T05:58:47.037" v="258" actId="1076"/>
          <ac:spMkLst>
            <pc:docMk/>
            <pc:sldMk cId="1659231366" sldId="359"/>
            <ac:spMk id="5" creationId="{00000000-0000-0000-0000-000000000000}"/>
          </ac:spMkLst>
        </pc:spChg>
      </pc:sldChg>
      <pc:sldChg chg="modSp del">
        <pc:chgData name="Sarah Vaughan Plummer" userId="S::sarah.plummer@eca.edu.au::693e56c0-bbdb-44e7-b096-21025f5dda73" providerId="AD" clId="Web-{A03E8583-9224-BBE5-2389-C6A4F8430BFB}" dt="2019-09-25T06:08:52.724" v="266"/>
        <pc:sldMkLst>
          <pc:docMk/>
          <pc:sldMk cId="798173050" sldId="360"/>
        </pc:sldMkLst>
        <pc:picChg chg="mod">
          <ac:chgData name="Sarah Vaughan Plummer" userId="S::sarah.plummer@eca.edu.au::693e56c0-bbdb-44e7-b096-21025f5dda73" providerId="AD" clId="Web-{A03E8583-9224-BBE5-2389-C6A4F8430BFB}" dt="2019-09-25T06:07:50.865" v="265" actId="1076"/>
          <ac:picMkLst>
            <pc:docMk/>
            <pc:sldMk cId="798173050" sldId="360"/>
            <ac:picMk id="6" creationId="{C218768D-C507-40C6-9105-E3BB66DC393C}"/>
          </ac:picMkLst>
        </pc:picChg>
        <pc:picChg chg="mod">
          <ac:chgData name="Sarah Vaughan Plummer" userId="S::sarah.plummer@eca.edu.au::693e56c0-bbdb-44e7-b096-21025f5dda73" providerId="AD" clId="Web-{A03E8583-9224-BBE5-2389-C6A4F8430BFB}" dt="2019-09-25T06:07:47.693" v="264" actId="1076"/>
          <ac:picMkLst>
            <pc:docMk/>
            <pc:sldMk cId="798173050" sldId="360"/>
            <ac:picMk id="43" creationId="{81CBA9CC-6300-48E6-AD53-6B3A5DC4E9B9}"/>
          </ac:picMkLst>
        </pc:picChg>
      </pc:sldChg>
      <pc:sldChg chg="modSp">
        <pc:chgData name="Sarah Vaughan Plummer" userId="S::sarah.plummer@eca.edu.au::693e56c0-bbdb-44e7-b096-21025f5dda73" providerId="AD" clId="Web-{A03E8583-9224-BBE5-2389-C6A4F8430BFB}" dt="2019-09-25T04:55:12.769" v="15" actId="20577"/>
        <pc:sldMkLst>
          <pc:docMk/>
          <pc:sldMk cId="2501173292" sldId="361"/>
        </pc:sldMkLst>
        <pc:spChg chg="mod">
          <ac:chgData name="Sarah Vaughan Plummer" userId="S::sarah.plummer@eca.edu.au::693e56c0-bbdb-44e7-b096-21025f5dda73" providerId="AD" clId="Web-{A03E8583-9224-BBE5-2389-C6A4F8430BFB}" dt="2019-09-25T04:55:12.769" v="15" actId="20577"/>
          <ac:spMkLst>
            <pc:docMk/>
            <pc:sldMk cId="2501173292" sldId="361"/>
            <ac:spMk id="3" creationId="{00000000-0000-0000-0000-000000000000}"/>
          </ac:spMkLst>
        </pc:spChg>
        <pc:spChg chg="mod">
          <ac:chgData name="Sarah Vaughan Plummer" userId="S::sarah.plummer@eca.edu.au::693e56c0-bbdb-44e7-b096-21025f5dda73" providerId="AD" clId="Web-{A03E8583-9224-BBE5-2389-C6A4F8430BFB}" dt="2019-09-25T04:52:18.722" v="12" actId="1076"/>
          <ac:spMkLst>
            <pc:docMk/>
            <pc:sldMk cId="2501173292" sldId="361"/>
            <ac:spMk id="108" creationId="{00000000-0000-0000-0000-000000000000}"/>
          </ac:spMkLst>
        </pc:spChg>
      </pc:sldChg>
      <pc:sldChg chg="modSp">
        <pc:chgData name="Sarah Vaughan Plummer" userId="S::sarah.plummer@eca.edu.au::693e56c0-bbdb-44e7-b096-21025f5dda73" providerId="AD" clId="Web-{A03E8583-9224-BBE5-2389-C6A4F8430BFB}" dt="2019-09-25T07:40:16.681" v="590" actId="20577"/>
        <pc:sldMkLst>
          <pc:docMk/>
          <pc:sldMk cId="1130713350" sldId="363"/>
        </pc:sldMkLst>
        <pc:spChg chg="mod">
          <ac:chgData name="Sarah Vaughan Plummer" userId="S::sarah.plummer@eca.edu.au::693e56c0-bbdb-44e7-b096-21025f5dda73" providerId="AD" clId="Web-{A03E8583-9224-BBE5-2389-C6A4F8430BFB}" dt="2019-09-25T07:40:16.681" v="590" actId="20577"/>
          <ac:spMkLst>
            <pc:docMk/>
            <pc:sldMk cId="1130713350" sldId="363"/>
            <ac:spMk id="3" creationId="{00000000-0000-0000-0000-000000000000}"/>
          </ac:spMkLst>
        </pc:spChg>
      </pc:sldChg>
      <pc:sldChg chg="modSp">
        <pc:chgData name="Sarah Vaughan Plummer" userId="S::sarah.plummer@eca.edu.au::693e56c0-bbdb-44e7-b096-21025f5dda73" providerId="AD" clId="Web-{A03E8583-9224-BBE5-2389-C6A4F8430BFB}" dt="2019-09-25T06:01:17.724" v="259" actId="20577"/>
        <pc:sldMkLst>
          <pc:docMk/>
          <pc:sldMk cId="3218150849" sldId="365"/>
        </pc:sldMkLst>
        <pc:spChg chg="mod">
          <ac:chgData name="Sarah Vaughan Plummer" userId="S::sarah.plummer@eca.edu.au::693e56c0-bbdb-44e7-b096-21025f5dda73" providerId="AD" clId="Web-{A03E8583-9224-BBE5-2389-C6A4F8430BFB}" dt="2019-09-25T06:01:17.724" v="259" actId="20577"/>
          <ac:spMkLst>
            <pc:docMk/>
            <pc:sldMk cId="3218150849" sldId="365"/>
            <ac:spMk id="2" creationId="{00000000-0000-0000-0000-000000000000}"/>
          </ac:spMkLst>
        </pc:spChg>
        <pc:spChg chg="mod">
          <ac:chgData name="Sarah Vaughan Plummer" userId="S::sarah.plummer@eca.edu.au::693e56c0-bbdb-44e7-b096-21025f5dda73" providerId="AD" clId="Web-{A03E8583-9224-BBE5-2389-C6A4F8430BFB}" dt="2019-09-25T05:47:20.865" v="199" actId="1076"/>
          <ac:spMkLst>
            <pc:docMk/>
            <pc:sldMk cId="3218150849" sldId="365"/>
            <ac:spMk id="5" creationId="{248BAC29-2570-4A22-87A1-FEDB763DA23A}"/>
          </ac:spMkLst>
        </pc:spChg>
        <pc:graphicFrameChg chg="mod">
          <ac:chgData name="Sarah Vaughan Plummer" userId="S::sarah.plummer@eca.edu.au::693e56c0-bbdb-44e7-b096-21025f5dda73" providerId="AD" clId="Web-{A03E8583-9224-BBE5-2389-C6A4F8430BFB}" dt="2019-09-25T05:47:17.458" v="198" actId="1076"/>
          <ac:graphicFrameMkLst>
            <pc:docMk/>
            <pc:sldMk cId="3218150849" sldId="365"/>
            <ac:graphicFrameMk id="4" creationId="{00000000-0000-0000-0000-000000000000}"/>
          </ac:graphicFrameMkLst>
        </pc:graphicFrameChg>
      </pc:sldChg>
      <pc:sldChg chg="modSp">
        <pc:chgData name="Sarah Vaughan Plummer" userId="S::sarah.plummer@eca.edu.au::693e56c0-bbdb-44e7-b096-21025f5dda73" providerId="AD" clId="Web-{A03E8583-9224-BBE5-2389-C6A4F8430BFB}" dt="2019-09-25T05:49:40.443" v="221" actId="20577"/>
        <pc:sldMkLst>
          <pc:docMk/>
          <pc:sldMk cId="3765980198" sldId="366"/>
        </pc:sldMkLst>
        <pc:spChg chg="mod">
          <ac:chgData name="Sarah Vaughan Plummer" userId="S::sarah.plummer@eca.edu.au::693e56c0-bbdb-44e7-b096-21025f5dda73" providerId="AD" clId="Web-{A03E8583-9224-BBE5-2389-C6A4F8430BFB}" dt="2019-09-25T05:49:40.443" v="221" actId="20577"/>
          <ac:spMkLst>
            <pc:docMk/>
            <pc:sldMk cId="3765980198" sldId="366"/>
            <ac:spMk id="9" creationId="{56ACCDC1-EE85-4623-AEF9-DB2131FE30D6}"/>
          </ac:spMkLst>
        </pc:spChg>
      </pc:sldChg>
      <pc:sldChg chg="modSp">
        <pc:chgData name="Sarah Vaughan Plummer" userId="S::sarah.plummer@eca.edu.au::693e56c0-bbdb-44e7-b096-21025f5dda73" providerId="AD" clId="Web-{A03E8583-9224-BBE5-2389-C6A4F8430BFB}" dt="2019-09-25T05:54:42.380" v="243" actId="20577"/>
        <pc:sldMkLst>
          <pc:docMk/>
          <pc:sldMk cId="3443763130" sldId="367"/>
        </pc:sldMkLst>
        <pc:spChg chg="mod">
          <ac:chgData name="Sarah Vaughan Plummer" userId="S::sarah.plummer@eca.edu.au::693e56c0-bbdb-44e7-b096-21025f5dda73" providerId="AD" clId="Web-{A03E8583-9224-BBE5-2389-C6A4F8430BFB}" dt="2019-09-25T05:53:55.287" v="241" actId="1076"/>
          <ac:spMkLst>
            <pc:docMk/>
            <pc:sldMk cId="3443763130" sldId="367"/>
            <ac:spMk id="2" creationId="{EAF51E02-975E-422A-9F16-7799D1638E89}"/>
          </ac:spMkLst>
        </pc:spChg>
        <pc:spChg chg="mod">
          <ac:chgData name="Sarah Vaughan Plummer" userId="S::sarah.plummer@eca.edu.au::693e56c0-bbdb-44e7-b096-21025f5dda73" providerId="AD" clId="Web-{A03E8583-9224-BBE5-2389-C6A4F8430BFB}" dt="2019-09-25T05:54:42.380" v="243" actId="20577"/>
          <ac:spMkLst>
            <pc:docMk/>
            <pc:sldMk cId="3443763130" sldId="367"/>
            <ac:spMk id="24" creationId="{28FB9BC6-295F-43B8-A346-EE17E5A2C42B}"/>
          </ac:spMkLst>
        </pc:spChg>
        <pc:graphicFrameChg chg="mod">
          <ac:chgData name="Sarah Vaughan Plummer" userId="S::sarah.plummer@eca.edu.au::693e56c0-bbdb-44e7-b096-21025f5dda73" providerId="AD" clId="Web-{A03E8583-9224-BBE5-2389-C6A4F8430BFB}" dt="2019-09-25T05:53:51.677" v="240" actId="1076"/>
          <ac:graphicFrameMkLst>
            <pc:docMk/>
            <pc:sldMk cId="3443763130" sldId="367"/>
            <ac:graphicFrameMk id="9" creationId="{6A42D128-05E1-4DC3-8113-27DD42C2CEA3}"/>
          </ac:graphicFrameMkLst>
        </pc:graphicFrameChg>
        <pc:cxnChg chg="mod">
          <ac:chgData name="Sarah Vaughan Plummer" userId="S::sarah.plummer@eca.edu.au::693e56c0-bbdb-44e7-b096-21025f5dda73" providerId="AD" clId="Web-{A03E8583-9224-BBE5-2389-C6A4F8430BFB}" dt="2019-09-25T05:53:40.084" v="238" actId="1076"/>
          <ac:cxnSpMkLst>
            <pc:docMk/>
            <pc:sldMk cId="3443763130" sldId="367"/>
            <ac:cxnSpMk id="18" creationId="{65A1EFBF-7F4C-4DD1-B04F-0477291E5C7E}"/>
          </ac:cxnSpMkLst>
        </pc:cxnChg>
      </pc:sldChg>
      <pc:sldChg chg="modSp">
        <pc:chgData name="Sarah Vaughan Plummer" userId="S::sarah.plummer@eca.edu.au::693e56c0-bbdb-44e7-b096-21025f5dda73" providerId="AD" clId="Web-{A03E8583-9224-BBE5-2389-C6A4F8430BFB}" dt="2019-09-25T05:56:34.130" v="246" actId="14100"/>
        <pc:sldMkLst>
          <pc:docMk/>
          <pc:sldMk cId="1512526421" sldId="368"/>
        </pc:sldMkLst>
        <pc:spChg chg="mod">
          <ac:chgData name="Sarah Vaughan Plummer" userId="S::sarah.plummer@eca.edu.au::693e56c0-bbdb-44e7-b096-21025f5dda73" providerId="AD" clId="Web-{A03E8583-9224-BBE5-2389-C6A4F8430BFB}" dt="2019-09-25T05:56:34.130" v="246" actId="14100"/>
          <ac:spMkLst>
            <pc:docMk/>
            <pc:sldMk cId="1512526421" sldId="368"/>
            <ac:spMk id="10" creationId="{00000000-0000-0000-0000-000000000000}"/>
          </ac:spMkLst>
        </pc:spChg>
      </pc:sldChg>
      <pc:sldChg chg="modSp">
        <pc:chgData name="Sarah Vaughan Plummer" userId="S::sarah.plummer@eca.edu.au::693e56c0-bbdb-44e7-b096-21025f5dda73" providerId="AD" clId="Web-{A03E8583-9224-BBE5-2389-C6A4F8430BFB}" dt="2019-09-25T05:50:52.958" v="226" actId="20577"/>
        <pc:sldMkLst>
          <pc:docMk/>
          <pc:sldMk cId="902942440" sldId="371"/>
        </pc:sldMkLst>
        <pc:spChg chg="mod">
          <ac:chgData name="Sarah Vaughan Plummer" userId="S::sarah.plummer@eca.edu.au::693e56c0-bbdb-44e7-b096-21025f5dda73" providerId="AD" clId="Web-{A03E8583-9224-BBE5-2389-C6A4F8430BFB}" dt="2019-09-25T05:50:52.958" v="226" actId="20577"/>
          <ac:spMkLst>
            <pc:docMk/>
            <pc:sldMk cId="902942440" sldId="371"/>
            <ac:spMk id="3" creationId="{D6DFDF54-703A-4AC5-8DB6-56069EA67E25}"/>
          </ac:spMkLst>
        </pc:spChg>
      </pc:sldChg>
      <pc:sldChg chg="add">
        <pc:chgData name="Sarah Vaughan Plummer" userId="S::sarah.plummer@eca.edu.au::693e56c0-bbdb-44e7-b096-21025f5dda73" providerId="AD" clId="Web-{A03E8583-9224-BBE5-2389-C6A4F8430BFB}" dt="2019-09-25T06:04:18.630" v="262"/>
        <pc:sldMkLst>
          <pc:docMk/>
          <pc:sldMk cId="9525672" sldId="374"/>
        </pc:sldMkLst>
      </pc:sldChg>
    </pc:docChg>
  </pc:docChgLst>
  <pc:docChgLst>
    <pc:chgData name="Oksana Eremina" userId="S::oksana.eremina@eca.edu.au::b4ee1dc5-40ae-4019-bc7d-adeda46d54e6" providerId="AD" clId="Web-{8EE7D0B7-58A5-377E-29CA-FE5BA989F7CE}"/>
    <pc:docChg chg="addSld delSld modSld">
      <pc:chgData name="Oksana Eremina" userId="S::oksana.eremina@eca.edu.au::b4ee1dc5-40ae-4019-bc7d-adeda46d54e6" providerId="AD" clId="Web-{8EE7D0B7-58A5-377E-29CA-FE5BA989F7CE}" dt="2020-02-11T03:02:31.189" v="136" actId="20577"/>
      <pc:docMkLst>
        <pc:docMk/>
      </pc:docMkLst>
      <pc:sldChg chg="addSp modSp">
        <pc:chgData name="Oksana Eremina" userId="S::oksana.eremina@eca.edu.au::b4ee1dc5-40ae-4019-bc7d-adeda46d54e6" providerId="AD" clId="Web-{8EE7D0B7-58A5-377E-29CA-FE5BA989F7CE}" dt="2020-02-11T03:00:48.095" v="111" actId="14100"/>
        <pc:sldMkLst>
          <pc:docMk/>
          <pc:sldMk cId="0" sldId="265"/>
        </pc:sldMkLst>
        <pc:spChg chg="mod">
          <ac:chgData name="Oksana Eremina" userId="S::oksana.eremina@eca.edu.au::b4ee1dc5-40ae-4019-bc7d-adeda46d54e6" providerId="AD" clId="Web-{8EE7D0B7-58A5-377E-29CA-FE5BA989F7CE}" dt="2020-02-11T02:59:27.188" v="87" actId="20577"/>
          <ac:spMkLst>
            <pc:docMk/>
            <pc:sldMk cId="0" sldId="265"/>
            <ac:spMk id="2" creationId="{00000000-0000-0000-0000-000000000000}"/>
          </ac:spMkLst>
        </pc:spChg>
        <pc:spChg chg="add mod">
          <ac:chgData name="Oksana Eremina" userId="S::oksana.eremina@eca.edu.au::b4ee1dc5-40ae-4019-bc7d-adeda46d54e6" providerId="AD" clId="Web-{8EE7D0B7-58A5-377E-29CA-FE5BA989F7CE}" dt="2020-02-11T03:00:02.767" v="99" actId="14100"/>
          <ac:spMkLst>
            <pc:docMk/>
            <pc:sldMk cId="0" sldId="265"/>
            <ac:spMk id="3" creationId="{C56EB6D4-B020-41FE-948F-260C9C14167D}"/>
          </ac:spMkLst>
        </pc:spChg>
        <pc:spChg chg="add mod">
          <ac:chgData name="Oksana Eremina" userId="S::oksana.eremina@eca.edu.au::b4ee1dc5-40ae-4019-bc7d-adeda46d54e6" providerId="AD" clId="Web-{8EE7D0B7-58A5-377E-29CA-FE5BA989F7CE}" dt="2020-02-11T03:00:27.204" v="103" actId="1076"/>
          <ac:spMkLst>
            <pc:docMk/>
            <pc:sldMk cId="0" sldId="265"/>
            <ac:spMk id="4" creationId="{4197027B-C6B1-417A-8E4D-8594F66FA37C}"/>
          </ac:spMkLst>
        </pc:spChg>
        <pc:spChg chg="mod">
          <ac:chgData name="Oksana Eremina" userId="S::oksana.eremina@eca.edu.au::b4ee1dc5-40ae-4019-bc7d-adeda46d54e6" providerId="AD" clId="Web-{8EE7D0B7-58A5-377E-29CA-FE5BA989F7CE}" dt="2020-02-11T03:00:15.080" v="100"/>
          <ac:spMkLst>
            <pc:docMk/>
            <pc:sldMk cId="0" sldId="265"/>
            <ac:spMk id="5" creationId="{00000000-0000-0000-0000-000000000000}"/>
          </ac:spMkLst>
        </pc:spChg>
        <pc:spChg chg="add mod">
          <ac:chgData name="Oksana Eremina" userId="S::oksana.eremina@eca.edu.au::b4ee1dc5-40ae-4019-bc7d-adeda46d54e6" providerId="AD" clId="Web-{8EE7D0B7-58A5-377E-29CA-FE5BA989F7CE}" dt="2020-02-11T03:00:37.017" v="107" actId="14100"/>
          <ac:spMkLst>
            <pc:docMk/>
            <pc:sldMk cId="0" sldId="265"/>
            <ac:spMk id="6" creationId="{C2B6C1D6-5953-4A29-AA7D-218AA357864B}"/>
          </ac:spMkLst>
        </pc:spChg>
        <pc:spChg chg="add mod">
          <ac:chgData name="Oksana Eremina" userId="S::oksana.eremina@eca.edu.au::b4ee1dc5-40ae-4019-bc7d-adeda46d54e6" providerId="AD" clId="Web-{8EE7D0B7-58A5-377E-29CA-FE5BA989F7CE}" dt="2020-02-11T03:00:48.095" v="111" actId="14100"/>
          <ac:spMkLst>
            <pc:docMk/>
            <pc:sldMk cId="0" sldId="265"/>
            <ac:spMk id="7" creationId="{CF364521-EF59-4A63-BFDE-DBAAFA87EAF4}"/>
          </ac:spMkLst>
        </pc:spChg>
      </pc:sldChg>
      <pc:sldChg chg="addSp modSp">
        <pc:chgData name="Oksana Eremina" userId="S::oksana.eremina@eca.edu.au::b4ee1dc5-40ae-4019-bc7d-adeda46d54e6" providerId="AD" clId="Web-{8EE7D0B7-58A5-377E-29CA-FE5BA989F7CE}" dt="2020-02-11T02:53:33.922" v="10" actId="14100"/>
        <pc:sldMkLst>
          <pc:docMk/>
          <pc:sldMk cId="2668804652" sldId="375"/>
        </pc:sldMkLst>
        <pc:spChg chg="add mod">
          <ac:chgData name="Oksana Eremina" userId="S::oksana.eremina@eca.edu.au::b4ee1dc5-40ae-4019-bc7d-adeda46d54e6" providerId="AD" clId="Web-{8EE7D0B7-58A5-377E-29CA-FE5BA989F7CE}" dt="2020-02-11T02:53:33.922" v="10" actId="14100"/>
          <ac:spMkLst>
            <pc:docMk/>
            <pc:sldMk cId="2668804652" sldId="375"/>
            <ac:spMk id="2" creationId="{1AD8CE33-1564-4396-B86F-C9E69B2C4D00}"/>
          </ac:spMkLst>
        </pc:spChg>
        <pc:spChg chg="mod">
          <ac:chgData name="Oksana Eremina" userId="S::oksana.eremina@eca.edu.au::b4ee1dc5-40ae-4019-bc7d-adeda46d54e6" providerId="AD" clId="Web-{8EE7D0B7-58A5-377E-29CA-FE5BA989F7CE}" dt="2020-02-11T02:53:19.500" v="4" actId="20577"/>
          <ac:spMkLst>
            <pc:docMk/>
            <pc:sldMk cId="2668804652" sldId="375"/>
            <ac:spMk id="5" creationId="{CCE97650-B81D-4D65-9B48-21FABB84C003}"/>
          </ac:spMkLst>
        </pc:spChg>
      </pc:sldChg>
      <pc:sldChg chg="addSp modSp">
        <pc:chgData name="Oksana Eremina" userId="S::oksana.eremina@eca.edu.au::b4ee1dc5-40ae-4019-bc7d-adeda46d54e6" providerId="AD" clId="Web-{8EE7D0B7-58A5-377E-29CA-FE5BA989F7CE}" dt="2020-02-11T03:01:54.986" v="129" actId="20577"/>
        <pc:sldMkLst>
          <pc:docMk/>
          <pc:sldMk cId="4198612452" sldId="376"/>
        </pc:sldMkLst>
        <pc:spChg chg="mod">
          <ac:chgData name="Oksana Eremina" userId="S::oksana.eremina@eca.edu.au::b4ee1dc5-40ae-4019-bc7d-adeda46d54e6" providerId="AD" clId="Web-{8EE7D0B7-58A5-377E-29CA-FE5BA989F7CE}" dt="2020-02-11T03:01:54.986" v="129" actId="20577"/>
          <ac:spMkLst>
            <pc:docMk/>
            <pc:sldMk cId="4198612452" sldId="376"/>
            <ac:spMk id="2" creationId="{00000000-0000-0000-0000-000000000000}"/>
          </ac:spMkLst>
        </pc:spChg>
        <pc:spChg chg="add mod">
          <ac:chgData name="Oksana Eremina" userId="S::oksana.eremina@eca.edu.au::b4ee1dc5-40ae-4019-bc7d-adeda46d54e6" providerId="AD" clId="Web-{8EE7D0B7-58A5-377E-29CA-FE5BA989F7CE}" dt="2020-02-11T03:01:46.939" v="118" actId="14100"/>
          <ac:spMkLst>
            <pc:docMk/>
            <pc:sldMk cId="4198612452" sldId="376"/>
            <ac:spMk id="3" creationId="{D040421F-F911-4426-B64F-0F52B606E5CA}"/>
          </ac:spMkLst>
        </pc:spChg>
      </pc:sldChg>
      <pc:sldChg chg="del">
        <pc:chgData name="Oksana Eremina" userId="S::oksana.eremina@eca.edu.au::b4ee1dc5-40ae-4019-bc7d-adeda46d54e6" providerId="AD" clId="Web-{8EE7D0B7-58A5-377E-29CA-FE5BA989F7CE}" dt="2020-02-11T03:01:59.564" v="132"/>
        <pc:sldMkLst>
          <pc:docMk/>
          <pc:sldMk cId="1509939515" sldId="377"/>
        </pc:sldMkLst>
      </pc:sldChg>
      <pc:sldChg chg="del">
        <pc:chgData name="Oksana Eremina" userId="S::oksana.eremina@eca.edu.au::b4ee1dc5-40ae-4019-bc7d-adeda46d54e6" providerId="AD" clId="Web-{8EE7D0B7-58A5-377E-29CA-FE5BA989F7CE}" dt="2020-02-11T03:02:00.704" v="133"/>
        <pc:sldMkLst>
          <pc:docMk/>
          <pc:sldMk cId="3948005918" sldId="378"/>
        </pc:sldMkLst>
      </pc:sldChg>
      <pc:sldChg chg="modSp add replId">
        <pc:chgData name="Oksana Eremina" userId="S::oksana.eremina@eca.edu.au::b4ee1dc5-40ae-4019-bc7d-adeda46d54e6" providerId="AD" clId="Web-{8EE7D0B7-58A5-377E-29CA-FE5BA989F7CE}" dt="2020-02-11T02:53:53.656" v="14" actId="20577"/>
        <pc:sldMkLst>
          <pc:docMk/>
          <pc:sldMk cId="2605469343" sldId="379"/>
        </pc:sldMkLst>
        <pc:spChg chg="mod">
          <ac:chgData name="Oksana Eremina" userId="S::oksana.eremina@eca.edu.au::b4ee1dc5-40ae-4019-bc7d-adeda46d54e6" providerId="AD" clId="Web-{8EE7D0B7-58A5-377E-29CA-FE5BA989F7CE}" dt="2020-02-11T02:53:53.656" v="14" actId="20577"/>
          <ac:spMkLst>
            <pc:docMk/>
            <pc:sldMk cId="2605469343" sldId="379"/>
            <ac:spMk id="2" creationId="{1AD8CE33-1564-4396-B86F-C9E69B2C4D00}"/>
          </ac:spMkLst>
        </pc:spChg>
      </pc:sldChg>
      <pc:sldChg chg="modSp add replId">
        <pc:chgData name="Oksana Eremina" userId="S::oksana.eremina@eca.edu.au::b4ee1dc5-40ae-4019-bc7d-adeda46d54e6" providerId="AD" clId="Web-{8EE7D0B7-58A5-377E-29CA-FE5BA989F7CE}" dt="2020-02-11T02:54:26.891" v="32" actId="1076"/>
        <pc:sldMkLst>
          <pc:docMk/>
          <pc:sldMk cId="3353781063" sldId="380"/>
        </pc:sldMkLst>
        <pc:spChg chg="mod">
          <ac:chgData name="Oksana Eremina" userId="S::oksana.eremina@eca.edu.au::b4ee1dc5-40ae-4019-bc7d-adeda46d54e6" providerId="AD" clId="Web-{8EE7D0B7-58A5-377E-29CA-FE5BA989F7CE}" dt="2020-02-11T02:54:26.891" v="32" actId="1076"/>
          <ac:spMkLst>
            <pc:docMk/>
            <pc:sldMk cId="3353781063" sldId="380"/>
            <ac:spMk id="2" creationId="{1AD8CE33-1564-4396-B86F-C9E69B2C4D00}"/>
          </ac:spMkLst>
        </pc:spChg>
      </pc:sldChg>
      <pc:sldChg chg="addSp modSp add replId">
        <pc:chgData name="Oksana Eremina" userId="S::oksana.eremina@eca.edu.au::b4ee1dc5-40ae-4019-bc7d-adeda46d54e6" providerId="AD" clId="Web-{8EE7D0B7-58A5-377E-29CA-FE5BA989F7CE}" dt="2020-02-11T02:57:05.735" v="68" actId="20577"/>
        <pc:sldMkLst>
          <pc:docMk/>
          <pc:sldMk cId="4028714070" sldId="381"/>
        </pc:sldMkLst>
        <pc:spChg chg="mod">
          <ac:chgData name="Oksana Eremina" userId="S::oksana.eremina@eca.edu.au::b4ee1dc5-40ae-4019-bc7d-adeda46d54e6" providerId="AD" clId="Web-{8EE7D0B7-58A5-377E-29CA-FE5BA989F7CE}" dt="2020-02-11T02:57:05.735" v="68" actId="20577"/>
          <ac:spMkLst>
            <pc:docMk/>
            <pc:sldMk cId="4028714070" sldId="381"/>
            <ac:spMk id="2" creationId="{1AD8CE33-1564-4396-B86F-C9E69B2C4D00}"/>
          </ac:spMkLst>
        </pc:spChg>
        <pc:spChg chg="add mod">
          <ac:chgData name="Oksana Eremina" userId="S::oksana.eremina@eca.edu.au::b4ee1dc5-40ae-4019-bc7d-adeda46d54e6" providerId="AD" clId="Web-{8EE7D0B7-58A5-377E-29CA-FE5BA989F7CE}" dt="2020-02-11T02:56:24.001" v="63" actId="14100"/>
          <ac:spMkLst>
            <pc:docMk/>
            <pc:sldMk cId="4028714070" sldId="381"/>
            <ac:spMk id="3" creationId="{0A5AF95A-7110-4D7D-A8C6-AE5BFA410860}"/>
          </ac:spMkLst>
        </pc:spChg>
        <pc:spChg chg="mod">
          <ac:chgData name="Oksana Eremina" userId="S::oksana.eremina@eca.edu.au::b4ee1dc5-40ae-4019-bc7d-adeda46d54e6" providerId="AD" clId="Web-{8EE7D0B7-58A5-377E-29CA-FE5BA989F7CE}" dt="2020-02-11T02:56:06.563" v="57" actId="20577"/>
          <ac:spMkLst>
            <pc:docMk/>
            <pc:sldMk cId="4028714070" sldId="381"/>
            <ac:spMk id="5" creationId="{CCE97650-B81D-4D65-9B48-21FABB84C003}"/>
          </ac:spMkLst>
        </pc:spChg>
      </pc:sldChg>
      <pc:sldChg chg="addSp modSp new">
        <pc:chgData name="Oksana Eremina" userId="S::oksana.eremina@eca.edu.au::b4ee1dc5-40ae-4019-bc7d-adeda46d54e6" providerId="AD" clId="Web-{8EE7D0B7-58A5-377E-29CA-FE5BA989F7CE}" dt="2020-02-11T03:02:30.704" v="135" actId="20577"/>
        <pc:sldMkLst>
          <pc:docMk/>
          <pc:sldMk cId="2974850345" sldId="382"/>
        </pc:sldMkLst>
        <pc:spChg chg="mod">
          <ac:chgData name="Oksana Eremina" userId="S::oksana.eremina@eca.edu.au::b4ee1dc5-40ae-4019-bc7d-adeda46d54e6" providerId="AD" clId="Web-{8EE7D0B7-58A5-377E-29CA-FE5BA989F7CE}" dt="2020-02-11T02:58:55.908" v="80" actId="20577"/>
          <ac:spMkLst>
            <pc:docMk/>
            <pc:sldMk cId="2974850345" sldId="382"/>
            <ac:spMk id="2" creationId="{49736C18-6D2B-458A-8F98-7E5656B7EB3F}"/>
          </ac:spMkLst>
        </pc:spChg>
        <pc:spChg chg="add mod">
          <ac:chgData name="Oksana Eremina" userId="S::oksana.eremina@eca.edu.au::b4ee1dc5-40ae-4019-bc7d-adeda46d54e6" providerId="AD" clId="Web-{8EE7D0B7-58A5-377E-29CA-FE5BA989F7CE}" dt="2020-02-11T03:02:30.704" v="135" actId="20577"/>
          <ac:spMkLst>
            <pc:docMk/>
            <pc:sldMk cId="2974850345" sldId="382"/>
            <ac:spMk id="3" creationId="{B9A3E0EB-00D5-489E-83EA-4AA0A3B10335}"/>
          </ac:spMkLst>
        </pc:spChg>
      </pc:sldChg>
      <pc:sldChg chg="modSp add replId">
        <pc:chgData name="Oksana Eremina" userId="S::oksana.eremina@eca.edu.au::b4ee1dc5-40ae-4019-bc7d-adeda46d54e6" providerId="AD" clId="Web-{8EE7D0B7-58A5-377E-29CA-FE5BA989F7CE}" dt="2020-02-11T02:57:45.610" v="73" actId="20577"/>
        <pc:sldMkLst>
          <pc:docMk/>
          <pc:sldMk cId="1774714059" sldId="383"/>
        </pc:sldMkLst>
        <pc:spChg chg="mod">
          <ac:chgData name="Oksana Eremina" userId="S::oksana.eremina@eca.edu.au::b4ee1dc5-40ae-4019-bc7d-adeda46d54e6" providerId="AD" clId="Web-{8EE7D0B7-58A5-377E-29CA-FE5BA989F7CE}" dt="2020-02-11T02:57:45.610" v="73" actId="20577"/>
          <ac:spMkLst>
            <pc:docMk/>
            <pc:sldMk cId="1774714059" sldId="383"/>
            <ac:spMk id="2" creationId="{1AD8CE33-1564-4396-B86F-C9E69B2C4D00}"/>
          </ac:spMkLst>
        </pc:spChg>
      </pc:sldChg>
      <pc:sldChg chg="modSp add replId">
        <pc:chgData name="Oksana Eremina" userId="S::oksana.eremina@eca.edu.au::b4ee1dc5-40ae-4019-bc7d-adeda46d54e6" providerId="AD" clId="Web-{8EE7D0B7-58A5-377E-29CA-FE5BA989F7CE}" dt="2020-02-11T02:58:39.641" v="78" actId="20577"/>
        <pc:sldMkLst>
          <pc:docMk/>
          <pc:sldMk cId="263720632" sldId="384"/>
        </pc:sldMkLst>
        <pc:spChg chg="mod">
          <ac:chgData name="Oksana Eremina" userId="S::oksana.eremina@eca.edu.au::b4ee1dc5-40ae-4019-bc7d-adeda46d54e6" providerId="AD" clId="Web-{8EE7D0B7-58A5-377E-29CA-FE5BA989F7CE}" dt="2020-02-11T02:58:39.641" v="78" actId="20577"/>
          <ac:spMkLst>
            <pc:docMk/>
            <pc:sldMk cId="263720632" sldId="384"/>
            <ac:spMk id="2" creationId="{1AD8CE33-1564-4396-B86F-C9E69B2C4D00}"/>
          </ac:spMkLst>
        </pc:spChg>
      </pc:sldChg>
    </pc:docChg>
  </pc:docChgLst>
  <pc:docChgLst>
    <pc:chgData name="Oksana Eremina" userId="S::oksana.eremina@eca.edu.au::b4ee1dc5-40ae-4019-bc7d-adeda46d54e6" providerId="AD" clId="Web-{707A0C8E-0F35-801D-8B6F-22E2A896DE6F}"/>
    <pc:docChg chg="modSld">
      <pc:chgData name="Oksana Eremina" userId="S::oksana.eremina@eca.edu.au::b4ee1dc5-40ae-4019-bc7d-adeda46d54e6" providerId="AD" clId="Web-{707A0C8E-0F35-801D-8B6F-22E2A896DE6F}" dt="2020-02-22T05:44:11.055" v="28" actId="1076"/>
      <pc:docMkLst>
        <pc:docMk/>
      </pc:docMkLst>
      <pc:sldChg chg="modSp">
        <pc:chgData name="Oksana Eremina" userId="S::oksana.eremina@eca.edu.au::b4ee1dc5-40ae-4019-bc7d-adeda46d54e6" providerId="AD" clId="Web-{707A0C8E-0F35-801D-8B6F-22E2A896DE6F}" dt="2020-02-22T05:44:11.055" v="28" actId="1076"/>
        <pc:sldMkLst>
          <pc:docMk/>
          <pc:sldMk cId="0" sldId="265"/>
        </pc:sldMkLst>
        <pc:spChg chg="mod">
          <ac:chgData name="Oksana Eremina" userId="S::oksana.eremina@eca.edu.au::b4ee1dc5-40ae-4019-bc7d-adeda46d54e6" providerId="AD" clId="Web-{707A0C8E-0F35-801D-8B6F-22E2A896DE6F}" dt="2020-02-22T05:44:11.055" v="28" actId="1076"/>
          <ac:spMkLst>
            <pc:docMk/>
            <pc:sldMk cId="0" sldId="265"/>
            <ac:spMk id="7" creationId="{CF364521-EF59-4A63-BFDE-DBAAFA87EAF4}"/>
          </ac:spMkLst>
        </pc:spChg>
      </pc:sldChg>
      <pc:sldChg chg="modSp">
        <pc:chgData name="Oksana Eremina" userId="S::oksana.eremina@eca.edu.au::b4ee1dc5-40ae-4019-bc7d-adeda46d54e6" providerId="AD" clId="Web-{707A0C8E-0F35-801D-8B6F-22E2A896DE6F}" dt="2020-02-22T05:41:31.321" v="0" actId="20577"/>
        <pc:sldMkLst>
          <pc:docMk/>
          <pc:sldMk cId="2668804652" sldId="375"/>
        </pc:sldMkLst>
        <pc:spChg chg="mod">
          <ac:chgData name="Oksana Eremina" userId="S::oksana.eremina@eca.edu.au::b4ee1dc5-40ae-4019-bc7d-adeda46d54e6" providerId="AD" clId="Web-{707A0C8E-0F35-801D-8B6F-22E2A896DE6F}" dt="2020-02-22T05:41:31.321" v="0" actId="20577"/>
          <ac:spMkLst>
            <pc:docMk/>
            <pc:sldMk cId="2668804652" sldId="375"/>
            <ac:spMk id="2" creationId="{1AD8CE33-1564-4396-B86F-C9E69B2C4D00}"/>
          </ac:spMkLst>
        </pc:spChg>
      </pc:sldChg>
      <pc:sldChg chg="modSp">
        <pc:chgData name="Oksana Eremina" userId="S::oksana.eremina@eca.edu.au::b4ee1dc5-40ae-4019-bc7d-adeda46d54e6" providerId="AD" clId="Web-{707A0C8E-0F35-801D-8B6F-22E2A896DE6F}" dt="2020-02-22T05:43:17.524" v="22" actId="20577"/>
        <pc:sldMkLst>
          <pc:docMk/>
          <pc:sldMk cId="4028714070" sldId="381"/>
        </pc:sldMkLst>
        <pc:spChg chg="mod">
          <ac:chgData name="Oksana Eremina" userId="S::oksana.eremina@eca.edu.au::b4ee1dc5-40ae-4019-bc7d-adeda46d54e6" providerId="AD" clId="Web-{707A0C8E-0F35-801D-8B6F-22E2A896DE6F}" dt="2020-02-22T05:43:04.696" v="17" actId="20577"/>
          <ac:spMkLst>
            <pc:docMk/>
            <pc:sldMk cId="4028714070" sldId="381"/>
            <ac:spMk id="2" creationId="{1AD8CE33-1564-4396-B86F-C9E69B2C4D00}"/>
          </ac:spMkLst>
        </pc:spChg>
        <pc:spChg chg="mod">
          <ac:chgData name="Oksana Eremina" userId="S::oksana.eremina@eca.edu.au::b4ee1dc5-40ae-4019-bc7d-adeda46d54e6" providerId="AD" clId="Web-{707A0C8E-0F35-801D-8B6F-22E2A896DE6F}" dt="2020-02-22T05:43:08.680" v="19" actId="20577"/>
          <ac:spMkLst>
            <pc:docMk/>
            <pc:sldMk cId="4028714070" sldId="381"/>
            <ac:spMk id="3" creationId="{0A5AF95A-7110-4D7D-A8C6-AE5BFA410860}"/>
          </ac:spMkLst>
        </pc:spChg>
        <pc:spChg chg="mod">
          <ac:chgData name="Oksana Eremina" userId="S::oksana.eremina@eca.edu.au::b4ee1dc5-40ae-4019-bc7d-adeda46d54e6" providerId="AD" clId="Web-{707A0C8E-0F35-801D-8B6F-22E2A896DE6F}" dt="2020-02-22T05:43:17.524" v="22" actId="20577"/>
          <ac:spMkLst>
            <pc:docMk/>
            <pc:sldMk cId="4028714070" sldId="381"/>
            <ac:spMk id="5" creationId="{CCE97650-B81D-4D65-9B48-21FABB84C003}"/>
          </ac:spMkLst>
        </pc:spChg>
      </pc:sldChg>
      <pc:sldChg chg="modSp">
        <pc:chgData name="Oksana Eremina" userId="S::oksana.eremina@eca.edu.au::b4ee1dc5-40ae-4019-bc7d-adeda46d54e6" providerId="AD" clId="Web-{707A0C8E-0F35-801D-8B6F-22E2A896DE6F}" dt="2020-02-22T05:43:51.524" v="25" actId="20577"/>
        <pc:sldMkLst>
          <pc:docMk/>
          <pc:sldMk cId="2974850345" sldId="382"/>
        </pc:sldMkLst>
        <pc:spChg chg="mod">
          <ac:chgData name="Oksana Eremina" userId="S::oksana.eremina@eca.edu.au::b4ee1dc5-40ae-4019-bc7d-adeda46d54e6" providerId="AD" clId="Web-{707A0C8E-0F35-801D-8B6F-22E2A896DE6F}" dt="2020-02-22T05:43:51.524" v="25" actId="20577"/>
          <ac:spMkLst>
            <pc:docMk/>
            <pc:sldMk cId="2974850345" sldId="382"/>
            <ac:spMk id="3" creationId="{B9A3E0EB-00D5-489E-83EA-4AA0A3B10335}"/>
          </ac:spMkLst>
        </pc:spChg>
      </pc:sldChg>
      <pc:sldChg chg="modSp">
        <pc:chgData name="Oksana Eremina" userId="S::oksana.eremina@eca.edu.au::b4ee1dc5-40ae-4019-bc7d-adeda46d54e6" providerId="AD" clId="Web-{707A0C8E-0F35-801D-8B6F-22E2A896DE6F}" dt="2020-02-22T05:42:52.352" v="9" actId="20577"/>
        <pc:sldMkLst>
          <pc:docMk/>
          <pc:sldMk cId="1774714059" sldId="383"/>
        </pc:sldMkLst>
        <pc:spChg chg="mod">
          <ac:chgData name="Oksana Eremina" userId="S::oksana.eremina@eca.edu.au::b4ee1dc5-40ae-4019-bc7d-adeda46d54e6" providerId="AD" clId="Web-{707A0C8E-0F35-801D-8B6F-22E2A896DE6F}" dt="2020-02-22T05:42:52.352" v="9" actId="20577"/>
          <ac:spMkLst>
            <pc:docMk/>
            <pc:sldMk cId="1774714059" sldId="383"/>
            <ac:spMk id="2" creationId="{1AD8CE33-1564-4396-B86F-C9E69B2C4D00}"/>
          </ac:spMkLst>
        </pc:spChg>
      </pc:sldChg>
      <pc:sldChg chg="modSp">
        <pc:chgData name="Oksana Eremina" userId="S::oksana.eremina@eca.edu.au::b4ee1dc5-40ae-4019-bc7d-adeda46d54e6" providerId="AD" clId="Web-{707A0C8E-0F35-801D-8B6F-22E2A896DE6F}" dt="2020-02-22T05:42:57.993" v="13" actId="20577"/>
        <pc:sldMkLst>
          <pc:docMk/>
          <pc:sldMk cId="263720632" sldId="384"/>
        </pc:sldMkLst>
        <pc:spChg chg="mod">
          <ac:chgData name="Oksana Eremina" userId="S::oksana.eremina@eca.edu.au::b4ee1dc5-40ae-4019-bc7d-adeda46d54e6" providerId="AD" clId="Web-{707A0C8E-0F35-801D-8B6F-22E2A896DE6F}" dt="2020-02-22T05:42:57.993" v="13" actId="20577"/>
          <ac:spMkLst>
            <pc:docMk/>
            <pc:sldMk cId="263720632" sldId="384"/>
            <ac:spMk id="2" creationId="{1AD8CE33-1564-4396-B86F-C9E69B2C4D00}"/>
          </ac:spMkLst>
        </pc:spChg>
      </pc:sldChg>
      <pc:sldChg chg="modSp">
        <pc:chgData name="Oksana Eremina" userId="S::oksana.eremina@eca.edu.au::b4ee1dc5-40ae-4019-bc7d-adeda46d54e6" providerId="AD" clId="Web-{707A0C8E-0F35-801D-8B6F-22E2A896DE6F}" dt="2020-02-22T05:41:53.696" v="3" actId="20577"/>
        <pc:sldMkLst>
          <pc:docMk/>
          <pc:sldMk cId="3032962040" sldId="385"/>
        </pc:sldMkLst>
        <pc:spChg chg="mod">
          <ac:chgData name="Oksana Eremina" userId="S::oksana.eremina@eca.edu.au::b4ee1dc5-40ae-4019-bc7d-adeda46d54e6" providerId="AD" clId="Web-{707A0C8E-0F35-801D-8B6F-22E2A896DE6F}" dt="2020-02-22T05:41:53.696" v="3" actId="20577"/>
          <ac:spMkLst>
            <pc:docMk/>
            <pc:sldMk cId="3032962040" sldId="385"/>
            <ac:spMk id="2" creationId="{1AD8CE33-1564-4396-B86F-C9E69B2C4D00}"/>
          </ac:spMkLst>
        </pc:spChg>
      </pc:sldChg>
      <pc:sldChg chg="modSp">
        <pc:chgData name="Oksana Eremina" userId="S::oksana.eremina@eca.edu.au::b4ee1dc5-40ae-4019-bc7d-adeda46d54e6" providerId="AD" clId="Web-{707A0C8E-0F35-801D-8B6F-22E2A896DE6F}" dt="2020-02-22T05:42:41.008" v="7" actId="20577"/>
        <pc:sldMkLst>
          <pc:docMk/>
          <pc:sldMk cId="3521309483" sldId="386"/>
        </pc:sldMkLst>
        <pc:spChg chg="mod">
          <ac:chgData name="Oksana Eremina" userId="S::oksana.eremina@eca.edu.au::b4ee1dc5-40ae-4019-bc7d-adeda46d54e6" providerId="AD" clId="Web-{707A0C8E-0F35-801D-8B6F-22E2A896DE6F}" dt="2020-02-22T05:42:41.008" v="7" actId="20577"/>
          <ac:spMkLst>
            <pc:docMk/>
            <pc:sldMk cId="3521309483" sldId="386"/>
            <ac:spMk id="2" creationId="{1AD8CE33-1564-4396-B86F-C9E69B2C4D00}"/>
          </ac:spMkLst>
        </pc:spChg>
      </pc:sldChg>
    </pc:docChg>
  </pc:docChgLst>
  <pc:docChgLst>
    <pc:chgData name="Sujeet Kumar Shrestha" userId="6379b8f0-6761-4779-9a0e-f4354aabdf0d" providerId="ADAL" clId="{259F64CD-8183-457B-9B4D-6F97734FAF31}"/>
    <pc:docChg chg="undo modSld">
      <pc:chgData name="Sujeet Kumar Shrestha" userId="6379b8f0-6761-4779-9a0e-f4354aabdf0d" providerId="ADAL" clId="{259F64CD-8183-457B-9B4D-6F97734FAF31}" dt="2019-08-07T05:39:56.496" v="11" actId="20577"/>
      <pc:docMkLst>
        <pc:docMk/>
      </pc:docMkLst>
      <pc:sldChg chg="modSp">
        <pc:chgData name="Sujeet Kumar Shrestha" userId="6379b8f0-6761-4779-9a0e-f4354aabdf0d" providerId="ADAL" clId="{259F64CD-8183-457B-9B4D-6F97734FAF31}" dt="2019-08-07T05:39:56.496" v="11" actId="20577"/>
        <pc:sldMkLst>
          <pc:docMk/>
          <pc:sldMk cId="0" sldId="268"/>
        </pc:sldMkLst>
        <pc:spChg chg="mod">
          <ac:chgData name="Sujeet Kumar Shrestha" userId="6379b8f0-6761-4779-9a0e-f4354aabdf0d" providerId="ADAL" clId="{259F64CD-8183-457B-9B4D-6F97734FAF31}" dt="2019-08-07T05:39:56.496" v="11" actId="20577"/>
          <ac:spMkLst>
            <pc:docMk/>
            <pc:sldMk cId="0" sldId="268"/>
            <ac:spMk id="3" creationId="{00000000-0000-0000-0000-000000000000}"/>
          </ac:spMkLst>
        </pc:spChg>
      </pc:sldChg>
    </pc:docChg>
  </pc:docChgLst>
  <pc:docChgLst>
    <pc:chgData name="Ashish Kharel" userId="S::ashish.kharel@eca.edu.au::f6942b3f-91f3-48df-b3f7-a0e5d2e287bd" providerId="AD" clId="Web-{471BF796-7E21-7186-8729-7B7E28689C99}"/>
    <pc:docChg chg="addSld delSld modSld">
      <pc:chgData name="Ashish Kharel" userId="S::ashish.kharel@eca.edu.au::f6942b3f-91f3-48df-b3f7-a0e5d2e287bd" providerId="AD" clId="Web-{471BF796-7E21-7186-8729-7B7E28689C99}" dt="2019-09-22T06:15:01.295" v="8"/>
      <pc:docMkLst>
        <pc:docMk/>
      </pc:docMkLst>
      <pc:sldChg chg="del">
        <pc:chgData name="Ashish Kharel" userId="S::ashish.kharel@eca.edu.au::f6942b3f-91f3-48df-b3f7-a0e5d2e287bd" providerId="AD" clId="Web-{471BF796-7E21-7186-8729-7B7E28689C99}" dt="2019-09-22T06:11:41.215" v="0"/>
        <pc:sldMkLst>
          <pc:docMk/>
          <pc:sldMk cId="0" sldId="293"/>
        </pc:sldMkLst>
      </pc:sldChg>
      <pc:sldChg chg="del">
        <pc:chgData name="Ashish Kharel" userId="S::ashish.kharel@eca.edu.au::f6942b3f-91f3-48df-b3f7-a0e5d2e287bd" providerId="AD" clId="Web-{471BF796-7E21-7186-8729-7B7E28689C99}" dt="2019-09-22T06:14:57.670" v="7"/>
        <pc:sldMkLst>
          <pc:docMk/>
          <pc:sldMk cId="0" sldId="300"/>
        </pc:sldMkLst>
      </pc:sldChg>
      <pc:sldChg chg="modSp">
        <pc:chgData name="Ashish Kharel" userId="S::ashish.kharel@eca.edu.au::f6942b3f-91f3-48df-b3f7-a0e5d2e287bd" providerId="AD" clId="Web-{471BF796-7E21-7186-8729-7B7E28689C99}" dt="2019-09-22T06:12:44.637" v="2" actId="20577"/>
        <pc:sldMkLst>
          <pc:docMk/>
          <pc:sldMk cId="4293416193" sldId="356"/>
        </pc:sldMkLst>
        <pc:spChg chg="mod">
          <ac:chgData name="Ashish Kharel" userId="S::ashish.kharel@eca.edu.au::f6942b3f-91f3-48df-b3f7-a0e5d2e287bd" providerId="AD" clId="Web-{471BF796-7E21-7186-8729-7B7E28689C99}" dt="2019-09-22T06:12:44.637" v="2" actId="20577"/>
          <ac:spMkLst>
            <pc:docMk/>
            <pc:sldMk cId="4293416193" sldId="356"/>
            <ac:spMk id="2" creationId="{00000000-0000-0000-0000-000000000000}"/>
          </ac:spMkLst>
        </pc:spChg>
      </pc:sldChg>
      <pc:sldChg chg="del">
        <pc:chgData name="Ashish Kharel" userId="S::ashish.kharel@eca.edu.au::f6942b3f-91f3-48df-b3f7-a0e5d2e287bd" providerId="AD" clId="Web-{471BF796-7E21-7186-8729-7B7E28689C99}" dt="2019-09-22T06:13:01.402" v="5"/>
        <pc:sldMkLst>
          <pc:docMk/>
          <pc:sldMk cId="1813559788" sldId="357"/>
        </pc:sldMkLst>
      </pc:sldChg>
      <pc:sldChg chg="add">
        <pc:chgData name="Ashish Kharel" userId="S::ashish.kharel@eca.edu.au::f6942b3f-91f3-48df-b3f7-a0e5d2e287bd" providerId="AD" clId="Web-{471BF796-7E21-7186-8729-7B7E28689C99}" dt="2019-09-22T06:11:46.293" v="1"/>
        <pc:sldMkLst>
          <pc:docMk/>
          <pc:sldMk cId="2501173292" sldId="361"/>
        </pc:sldMkLst>
      </pc:sldChg>
      <pc:sldChg chg="add">
        <pc:chgData name="Ashish Kharel" userId="S::ashish.kharel@eca.edu.au::f6942b3f-91f3-48df-b3f7-a0e5d2e287bd" providerId="AD" clId="Web-{471BF796-7E21-7186-8729-7B7E28689C99}" dt="2019-09-22T06:13:06.621" v="6"/>
        <pc:sldMkLst>
          <pc:docMk/>
          <pc:sldMk cId="2856866047" sldId="362"/>
        </pc:sldMkLst>
      </pc:sldChg>
      <pc:sldChg chg="add">
        <pc:chgData name="Ashish Kharel" userId="S::ashish.kharel@eca.edu.au::f6942b3f-91f3-48df-b3f7-a0e5d2e287bd" providerId="AD" clId="Web-{471BF796-7E21-7186-8729-7B7E28689C99}" dt="2019-09-22T06:15:01.295" v="8"/>
        <pc:sldMkLst>
          <pc:docMk/>
          <pc:sldMk cId="1130713350" sldId="363"/>
        </pc:sldMkLst>
      </pc:sldChg>
    </pc:docChg>
  </pc:docChgLst>
  <pc:docChgLst>
    <pc:chgData name="Luciano D'Ambrosi" userId="S::luciano.dambrosi@eca.edu.au::4b1932b7-8a11-4dab-b051-27914de23c51" providerId="AD" clId="Web-{D8E09452-BD4A-9418-A146-A8DBAA2034DD}"/>
    <pc:docChg chg="modSld">
      <pc:chgData name="Luciano D'Ambrosi" userId="S::luciano.dambrosi@eca.edu.au::4b1932b7-8a11-4dab-b051-27914de23c51" providerId="AD" clId="Web-{D8E09452-BD4A-9418-A146-A8DBAA2034DD}" dt="2019-09-24T02:53:50.944" v="216" actId="20577"/>
      <pc:docMkLst>
        <pc:docMk/>
      </pc:docMkLst>
      <pc:sldChg chg="modSp">
        <pc:chgData name="Luciano D'Ambrosi" userId="S::luciano.dambrosi@eca.edu.au::4b1932b7-8a11-4dab-b051-27914de23c51" providerId="AD" clId="Web-{D8E09452-BD4A-9418-A146-A8DBAA2034DD}" dt="2019-09-24T02:53:50.929" v="215" actId="20577"/>
        <pc:sldMkLst>
          <pc:docMk/>
          <pc:sldMk cId="0" sldId="268"/>
        </pc:sldMkLst>
        <pc:spChg chg="mod">
          <ac:chgData name="Luciano D'Ambrosi" userId="S::luciano.dambrosi@eca.edu.au::4b1932b7-8a11-4dab-b051-27914de23c51" providerId="AD" clId="Web-{D8E09452-BD4A-9418-A146-A8DBAA2034DD}" dt="2019-09-24T02:53:50.929" v="215" actId="20577"/>
          <ac:spMkLst>
            <pc:docMk/>
            <pc:sldMk cId="0" sldId="268"/>
            <ac:spMk id="3" creationId="{00000000-0000-0000-0000-000000000000}"/>
          </ac:spMkLst>
        </pc:spChg>
      </pc:sldChg>
      <pc:sldChg chg="modSp">
        <pc:chgData name="Luciano D'Ambrosi" userId="S::luciano.dambrosi@eca.edu.au::4b1932b7-8a11-4dab-b051-27914de23c51" providerId="AD" clId="Web-{D8E09452-BD4A-9418-A146-A8DBAA2034DD}" dt="2019-09-24T02:15:28.129" v="105" actId="20577"/>
        <pc:sldMkLst>
          <pc:docMk/>
          <pc:sldMk cId="0" sldId="295"/>
        </pc:sldMkLst>
        <pc:spChg chg="mod">
          <ac:chgData name="Luciano D'Ambrosi" userId="S::luciano.dambrosi@eca.edu.au::4b1932b7-8a11-4dab-b051-27914de23c51" providerId="AD" clId="Web-{D8E09452-BD4A-9418-A146-A8DBAA2034DD}" dt="2019-09-24T02:15:28.129" v="105" actId="20577"/>
          <ac:spMkLst>
            <pc:docMk/>
            <pc:sldMk cId="0" sldId="295"/>
            <ac:spMk id="3" creationId="{00000000-0000-0000-0000-000000000000}"/>
          </ac:spMkLst>
        </pc:spChg>
      </pc:sldChg>
      <pc:sldChg chg="modSp">
        <pc:chgData name="Luciano D'Ambrosi" userId="S::luciano.dambrosi@eca.edu.au::4b1932b7-8a11-4dab-b051-27914de23c51" providerId="AD" clId="Web-{D8E09452-BD4A-9418-A146-A8DBAA2034DD}" dt="2019-09-24T02:13:21.285" v="1" actId="1076"/>
        <pc:sldMkLst>
          <pc:docMk/>
          <pc:sldMk cId="0" sldId="296"/>
        </pc:sldMkLst>
        <pc:picChg chg="mod">
          <ac:chgData name="Luciano D'Ambrosi" userId="S::luciano.dambrosi@eca.edu.au::4b1932b7-8a11-4dab-b051-27914de23c51" providerId="AD" clId="Web-{D8E09452-BD4A-9418-A146-A8DBAA2034DD}" dt="2019-09-24T02:13:21.285" v="1" actId="1076"/>
          <ac:picMkLst>
            <pc:docMk/>
            <pc:sldMk cId="0" sldId="296"/>
            <ac:picMk id="3" creationId="{036117AD-790C-405B-AC4E-D3E0E85C8A2F}"/>
          </ac:picMkLst>
        </pc:picChg>
      </pc:sldChg>
      <pc:sldChg chg="modSp">
        <pc:chgData name="Luciano D'Ambrosi" userId="S::luciano.dambrosi@eca.edu.au::4b1932b7-8a11-4dab-b051-27914de23c51" providerId="AD" clId="Web-{D8E09452-BD4A-9418-A146-A8DBAA2034DD}" dt="2019-09-24T02:23:02.443" v="159" actId="20577"/>
        <pc:sldMkLst>
          <pc:docMk/>
          <pc:sldMk cId="874689297" sldId="353"/>
        </pc:sldMkLst>
        <pc:spChg chg="mod">
          <ac:chgData name="Luciano D'Ambrosi" userId="S::luciano.dambrosi@eca.edu.au::4b1932b7-8a11-4dab-b051-27914de23c51" providerId="AD" clId="Web-{D8E09452-BD4A-9418-A146-A8DBAA2034DD}" dt="2019-09-24T02:23:02.443" v="159" actId="20577"/>
          <ac:spMkLst>
            <pc:docMk/>
            <pc:sldMk cId="874689297" sldId="353"/>
            <ac:spMk id="3" creationId="{D6DFDF54-703A-4AC5-8DB6-56069EA67E25}"/>
          </ac:spMkLst>
        </pc:spChg>
      </pc:sldChg>
      <pc:sldChg chg="modSp">
        <pc:chgData name="Luciano D'Ambrosi" userId="S::luciano.dambrosi@eca.edu.au::4b1932b7-8a11-4dab-b051-27914de23c51" providerId="AD" clId="Web-{D8E09452-BD4A-9418-A146-A8DBAA2034DD}" dt="2019-09-24T02:27:27.272" v="164" actId="20577"/>
        <pc:sldMkLst>
          <pc:docMk/>
          <pc:sldMk cId="4293416193" sldId="356"/>
        </pc:sldMkLst>
        <pc:spChg chg="mod">
          <ac:chgData name="Luciano D'Ambrosi" userId="S::luciano.dambrosi@eca.edu.au::4b1932b7-8a11-4dab-b051-27914de23c51" providerId="AD" clId="Web-{D8E09452-BD4A-9418-A146-A8DBAA2034DD}" dt="2019-09-24T02:27:27.272" v="164" actId="20577"/>
          <ac:spMkLst>
            <pc:docMk/>
            <pc:sldMk cId="4293416193" sldId="356"/>
            <ac:spMk id="7" creationId="{DF8CBB13-E12B-4654-B347-830A663E0ED3}"/>
          </ac:spMkLst>
        </pc:spChg>
      </pc:sldChg>
      <pc:sldChg chg="modSp">
        <pc:chgData name="Luciano D'Ambrosi" userId="S::luciano.dambrosi@eca.edu.au::4b1932b7-8a11-4dab-b051-27914de23c51" providerId="AD" clId="Web-{D8E09452-BD4A-9418-A146-A8DBAA2034DD}" dt="2019-09-24T02:32:27.070" v="205" actId="20577"/>
        <pc:sldMkLst>
          <pc:docMk/>
          <pc:sldMk cId="1659231366" sldId="359"/>
        </pc:sldMkLst>
        <pc:spChg chg="mod">
          <ac:chgData name="Luciano D'Ambrosi" userId="S::luciano.dambrosi@eca.edu.au::4b1932b7-8a11-4dab-b051-27914de23c51" providerId="AD" clId="Web-{D8E09452-BD4A-9418-A146-A8DBAA2034DD}" dt="2019-09-24T02:32:27.070" v="205" actId="20577"/>
          <ac:spMkLst>
            <pc:docMk/>
            <pc:sldMk cId="1659231366" sldId="359"/>
            <ac:spMk id="4" creationId="{00000000-0000-0000-0000-000000000000}"/>
          </ac:spMkLst>
        </pc:spChg>
      </pc:sldChg>
      <pc:sldChg chg="modSp">
        <pc:chgData name="Luciano D'Ambrosi" userId="S::luciano.dambrosi@eca.edu.au::4b1932b7-8a11-4dab-b051-27914de23c51" providerId="AD" clId="Web-{D8E09452-BD4A-9418-A146-A8DBAA2034DD}" dt="2019-09-24T02:21:13.739" v="141" actId="20577"/>
        <pc:sldMkLst>
          <pc:docMk/>
          <pc:sldMk cId="2501173292" sldId="361"/>
        </pc:sldMkLst>
        <pc:spChg chg="mod">
          <ac:chgData name="Luciano D'Ambrosi" userId="S::luciano.dambrosi@eca.edu.au::4b1932b7-8a11-4dab-b051-27914de23c51" providerId="AD" clId="Web-{D8E09452-BD4A-9418-A146-A8DBAA2034DD}" dt="2019-09-24T02:21:13.739" v="141" actId="20577"/>
          <ac:spMkLst>
            <pc:docMk/>
            <pc:sldMk cId="2501173292" sldId="361"/>
            <ac:spMk id="108" creationId="{00000000-0000-0000-0000-000000000000}"/>
          </ac:spMkLst>
        </pc:spChg>
      </pc:sldChg>
      <pc:sldChg chg="modSp">
        <pc:chgData name="Luciano D'Ambrosi" userId="S::luciano.dambrosi@eca.edu.au::4b1932b7-8a11-4dab-b051-27914de23c51" providerId="AD" clId="Web-{D8E09452-BD4A-9418-A146-A8DBAA2034DD}" dt="2019-09-24T02:29:16.147" v="192" actId="20577"/>
        <pc:sldMkLst>
          <pc:docMk/>
          <pc:sldMk cId="2856866047" sldId="362"/>
        </pc:sldMkLst>
        <pc:spChg chg="mod">
          <ac:chgData name="Luciano D'Ambrosi" userId="S::luciano.dambrosi@eca.edu.au::4b1932b7-8a11-4dab-b051-27914de23c51" providerId="AD" clId="Web-{D8E09452-BD4A-9418-A146-A8DBAA2034DD}" dt="2019-09-24T02:29:16.147" v="192" actId="20577"/>
          <ac:spMkLst>
            <pc:docMk/>
            <pc:sldMk cId="2856866047" sldId="362"/>
            <ac:spMk id="5" creationId="{53092D12-BC54-4DFB-9BEE-FA4BED919A7A}"/>
          </ac:spMkLst>
        </pc:spChg>
      </pc:sldChg>
    </pc:docChg>
  </pc:docChgLst>
  <pc:docChgLst>
    <pc:chgData name="Ashish Kharel" userId="S::ashish.kharel@eca.edu.au::f6942b3f-91f3-48df-b3f7-a0e5d2e287bd" providerId="AD" clId="Web-{1213E949-A07B-6E7C-C67B-EAA308B30B06}"/>
    <pc:docChg chg="modSld">
      <pc:chgData name="Ashish Kharel" userId="S::ashish.kharel@eca.edu.au::f6942b3f-91f3-48df-b3f7-a0e5d2e287bd" providerId="AD" clId="Web-{1213E949-A07B-6E7C-C67B-EAA308B30B06}" dt="2019-09-30T00:37:55.631" v="1" actId="1076"/>
      <pc:docMkLst>
        <pc:docMk/>
      </pc:docMkLst>
      <pc:sldChg chg="modSp">
        <pc:chgData name="Ashish Kharel" userId="S::ashish.kharel@eca.edu.au::f6942b3f-91f3-48df-b3f7-a0e5d2e287bd" providerId="AD" clId="Web-{1213E949-A07B-6E7C-C67B-EAA308B30B06}" dt="2019-09-30T00:37:55.631" v="1" actId="1076"/>
        <pc:sldMkLst>
          <pc:docMk/>
          <pc:sldMk cId="0" sldId="277"/>
        </pc:sldMkLst>
        <pc:grpChg chg="mod">
          <ac:chgData name="Ashish Kharel" userId="S::ashish.kharel@eca.edu.au::f6942b3f-91f3-48df-b3f7-a0e5d2e287bd" providerId="AD" clId="Web-{1213E949-A07B-6E7C-C67B-EAA308B30B06}" dt="2019-09-30T00:37:55.631" v="1" actId="1076"/>
          <ac:grpSpMkLst>
            <pc:docMk/>
            <pc:sldMk cId="0" sldId="277"/>
            <ac:grpSpMk id="14" creationId="{71E9BD7D-6E2A-4F1D-90B9-B007AA2E6598}"/>
          </ac:grpSpMkLst>
        </pc:grpChg>
      </pc:sldChg>
    </pc:docChg>
  </pc:docChgLst>
  <pc:docChgLst>
    <pc:chgData name="Preetika Shaw" userId="28099b40-f396-43f3-bdb4-16b580a9d871" providerId="ADAL" clId="{E940F9B4-0F43-4A9A-9E30-CDFDAF312E43}"/>
  </pc:docChgLst>
  <pc:docChgLst>
    <pc:chgData name="Ashish Kharel" userId="S::ashish.kharel@eca.edu.au::f6942b3f-91f3-48df-b3f7-a0e5d2e287bd" providerId="AD" clId="Web-{F08C1A11-FBA1-DB39-8ECE-BAE58D7A885E}"/>
    <pc:docChg chg="modSld">
      <pc:chgData name="Ashish Kharel" userId="S::ashish.kharel@eca.edu.au::f6942b3f-91f3-48df-b3f7-a0e5d2e287bd" providerId="AD" clId="Web-{F08C1A11-FBA1-DB39-8ECE-BAE58D7A885E}" dt="2019-11-07T04:21:38.221" v="102" actId="20577"/>
      <pc:docMkLst>
        <pc:docMk/>
      </pc:docMkLst>
      <pc:sldChg chg="modSp">
        <pc:chgData name="Ashish Kharel" userId="S::ashish.kharel@eca.edu.au::f6942b3f-91f3-48df-b3f7-a0e5d2e287bd" providerId="AD" clId="Web-{F08C1A11-FBA1-DB39-8ECE-BAE58D7A885E}" dt="2019-11-07T04:21:38.206" v="101" actId="20577"/>
        <pc:sldMkLst>
          <pc:docMk/>
          <pc:sldMk cId="0" sldId="303"/>
        </pc:sldMkLst>
        <pc:spChg chg="mod">
          <ac:chgData name="Ashish Kharel" userId="S::ashish.kharel@eca.edu.au::f6942b3f-91f3-48df-b3f7-a0e5d2e287bd" providerId="AD" clId="Web-{F08C1A11-FBA1-DB39-8ECE-BAE58D7A885E}" dt="2019-11-07T04:21:38.206" v="101" actId="20577"/>
          <ac:spMkLst>
            <pc:docMk/>
            <pc:sldMk cId="0" sldId="303"/>
            <ac:spMk id="3" creationId="{00000000-0000-0000-0000-000000000000}"/>
          </ac:spMkLst>
        </pc:spChg>
      </pc:sldChg>
    </pc:docChg>
  </pc:docChgLst>
  <pc:docChgLst>
    <pc:chgData name="Sarah Vaughan Plummer" userId="S::sarah.plummer@eca.edu.au::693e56c0-bbdb-44e7-b096-21025f5dda73" providerId="AD" clId="Web-{CD202445-5592-B57A-0411-2BFBF2C25B5A}"/>
    <pc:docChg chg="addSld delSld">
      <pc:chgData name="Sarah Vaughan Plummer" userId="S::sarah.plummer@eca.edu.au::693e56c0-bbdb-44e7-b096-21025f5dda73" providerId="AD" clId="Web-{CD202445-5592-B57A-0411-2BFBF2C25B5A}" dt="2019-09-25T01:16:13.769" v="1"/>
      <pc:docMkLst>
        <pc:docMk/>
      </pc:docMkLst>
      <pc:sldChg chg="del">
        <pc:chgData name="Sarah Vaughan Plummer" userId="S::sarah.plummer@eca.edu.au::693e56c0-bbdb-44e7-b096-21025f5dda73" providerId="AD" clId="Web-{CD202445-5592-B57A-0411-2BFBF2C25B5A}" dt="2019-09-25T01:16:13.769" v="1"/>
        <pc:sldMkLst>
          <pc:docMk/>
          <pc:sldMk cId="874689297" sldId="353"/>
        </pc:sldMkLst>
      </pc:sldChg>
      <pc:sldChg chg="add">
        <pc:chgData name="Sarah Vaughan Plummer" userId="S::sarah.plummer@eca.edu.au::693e56c0-bbdb-44e7-b096-21025f5dda73" providerId="AD" clId="Web-{CD202445-5592-B57A-0411-2BFBF2C25B5A}" dt="2019-09-25T01:15:58.925" v="0"/>
        <pc:sldMkLst>
          <pc:docMk/>
          <pc:sldMk cId="902942440" sldId="371"/>
        </pc:sldMkLst>
      </pc:sldChg>
    </pc:docChg>
  </pc:docChgLst>
  <pc:docChgLst>
    <pc:chgData name="Ashish Kharel" userId="f6942b3f-91f3-48df-b3f7-a0e5d2e287bd" providerId="ADAL" clId="{D568BB2F-3E28-4A9D-8B13-50F5230CA94A}"/>
    <pc:docChg chg="undo custSel addSld delSld modSld">
      <pc:chgData name="Ashish Kharel" userId="f6942b3f-91f3-48df-b3f7-a0e5d2e287bd" providerId="ADAL" clId="{D568BB2F-3E28-4A9D-8B13-50F5230CA94A}" dt="2019-09-19T05:37:35.025" v="409"/>
      <pc:docMkLst>
        <pc:docMk/>
      </pc:docMkLst>
      <pc:sldChg chg="modSp">
        <pc:chgData name="Ashish Kharel" userId="f6942b3f-91f3-48df-b3f7-a0e5d2e287bd" providerId="ADAL" clId="{D568BB2F-3E28-4A9D-8B13-50F5230CA94A}" dt="2019-09-18T01:03:21.053" v="1" actId="27636"/>
        <pc:sldMkLst>
          <pc:docMk/>
          <pc:sldMk cId="0" sldId="268"/>
        </pc:sldMkLst>
        <pc:spChg chg="mod">
          <ac:chgData name="Ashish Kharel" userId="f6942b3f-91f3-48df-b3f7-a0e5d2e287bd" providerId="ADAL" clId="{D568BB2F-3E28-4A9D-8B13-50F5230CA94A}" dt="2019-09-18T01:03:21.053" v="1" actId="27636"/>
          <ac:spMkLst>
            <pc:docMk/>
            <pc:sldMk cId="0" sldId="268"/>
            <ac:spMk id="3" creationId="{00000000-0000-0000-0000-000000000000}"/>
          </ac:spMkLst>
        </pc:spChg>
      </pc:sldChg>
      <pc:sldChg chg="addSp delSp modSp">
        <pc:chgData name="Ashish Kharel" userId="f6942b3f-91f3-48df-b3f7-a0e5d2e287bd" providerId="ADAL" clId="{D568BB2F-3E28-4A9D-8B13-50F5230CA94A}" dt="2019-09-18T03:08:45.276" v="398" actId="14100"/>
        <pc:sldMkLst>
          <pc:docMk/>
          <pc:sldMk cId="0" sldId="277"/>
        </pc:sldMkLst>
        <pc:spChg chg="mod">
          <ac:chgData name="Ashish Kharel" userId="f6942b3f-91f3-48df-b3f7-a0e5d2e287bd" providerId="ADAL" clId="{D568BB2F-3E28-4A9D-8B13-50F5230CA94A}" dt="2019-09-18T02:22:11.284" v="395" actId="20577"/>
          <ac:spMkLst>
            <pc:docMk/>
            <pc:sldMk cId="0" sldId="277"/>
            <ac:spMk id="5" creationId="{00000000-0000-0000-0000-000000000000}"/>
          </ac:spMkLst>
        </pc:spChg>
        <pc:spChg chg="mod">
          <ac:chgData name="Ashish Kharel" userId="f6942b3f-91f3-48df-b3f7-a0e5d2e287bd" providerId="ADAL" clId="{D568BB2F-3E28-4A9D-8B13-50F5230CA94A}" dt="2019-09-18T02:20:30.293" v="349" actId="20577"/>
          <ac:spMkLst>
            <pc:docMk/>
            <pc:sldMk cId="0" sldId="277"/>
            <ac:spMk id="6" creationId="{00000000-0000-0000-0000-000000000000}"/>
          </ac:spMkLst>
        </pc:spChg>
        <pc:picChg chg="add mod modCrop">
          <ac:chgData name="Ashish Kharel" userId="f6942b3f-91f3-48df-b3f7-a0e5d2e287bd" providerId="ADAL" clId="{D568BB2F-3E28-4A9D-8B13-50F5230CA94A}" dt="2019-09-18T03:08:45.276" v="398" actId="14100"/>
          <ac:picMkLst>
            <pc:docMk/>
            <pc:sldMk cId="0" sldId="277"/>
            <ac:picMk id="3" creationId="{66AC1E6F-F4AD-4CE0-84C5-DABD43F6A7E9}"/>
          </ac:picMkLst>
        </pc:picChg>
        <pc:picChg chg="del">
          <ac:chgData name="Ashish Kharel" userId="f6942b3f-91f3-48df-b3f7-a0e5d2e287bd" providerId="ADAL" clId="{D568BB2F-3E28-4A9D-8B13-50F5230CA94A}" dt="2019-09-18T02:21:51.916" v="374" actId="478"/>
          <ac:picMkLst>
            <pc:docMk/>
            <pc:sldMk cId="0" sldId="277"/>
            <ac:picMk id="4" creationId="{D43D01A9-3D1F-4F67-9FBF-18A03E9FB10E}"/>
          </ac:picMkLst>
        </pc:picChg>
        <pc:picChg chg="del">
          <ac:chgData name="Ashish Kharel" userId="f6942b3f-91f3-48df-b3f7-a0e5d2e287bd" providerId="ADAL" clId="{D568BB2F-3E28-4A9D-8B13-50F5230CA94A}" dt="2019-09-18T02:20:33.023" v="350" actId="478"/>
          <ac:picMkLst>
            <pc:docMk/>
            <pc:sldMk cId="0" sldId="277"/>
            <ac:picMk id="8" creationId="{D71CF40D-A20F-4A5E-8EE3-12E8933A1794}"/>
          </ac:picMkLst>
        </pc:picChg>
      </pc:sldChg>
      <pc:sldChg chg="modSp">
        <pc:chgData name="Ashish Kharel" userId="f6942b3f-91f3-48df-b3f7-a0e5d2e287bd" providerId="ADAL" clId="{D568BB2F-3E28-4A9D-8B13-50F5230CA94A}" dt="2019-09-18T01:14:46.278" v="3" actId="20577"/>
        <pc:sldMkLst>
          <pc:docMk/>
          <pc:sldMk cId="0" sldId="295"/>
        </pc:sldMkLst>
        <pc:spChg chg="mod">
          <ac:chgData name="Ashish Kharel" userId="f6942b3f-91f3-48df-b3f7-a0e5d2e287bd" providerId="ADAL" clId="{D568BB2F-3E28-4A9D-8B13-50F5230CA94A}" dt="2019-09-18T01:14:46.278" v="3" actId="20577"/>
          <ac:spMkLst>
            <pc:docMk/>
            <pc:sldMk cId="0" sldId="295"/>
            <ac:spMk id="3" creationId="{00000000-0000-0000-0000-000000000000}"/>
          </ac:spMkLst>
        </pc:spChg>
      </pc:sldChg>
      <pc:sldChg chg="addSp delSp add del">
        <pc:chgData name="Ashish Kharel" userId="f6942b3f-91f3-48df-b3f7-a0e5d2e287bd" providerId="ADAL" clId="{D568BB2F-3E28-4A9D-8B13-50F5230CA94A}" dt="2019-09-19T05:37:35.025" v="409"/>
        <pc:sldMkLst>
          <pc:docMk/>
          <pc:sldMk cId="0" sldId="307"/>
        </pc:sldMkLst>
        <pc:graphicFrameChg chg="del">
          <ac:chgData name="Ashish Kharel" userId="f6942b3f-91f3-48df-b3f7-a0e5d2e287bd" providerId="ADAL" clId="{D568BB2F-3E28-4A9D-8B13-50F5230CA94A}" dt="2019-09-19T05:37:33.718" v="408" actId="478"/>
          <ac:graphicFrameMkLst>
            <pc:docMk/>
            <pc:sldMk cId="0" sldId="307"/>
            <ac:graphicFrameMk id="5" creationId="{00000000-0000-0000-0000-000000000000}"/>
          </ac:graphicFrameMkLst>
        </pc:graphicFrameChg>
        <pc:graphicFrameChg chg="add">
          <ac:chgData name="Ashish Kharel" userId="f6942b3f-91f3-48df-b3f7-a0e5d2e287bd" providerId="ADAL" clId="{D568BB2F-3E28-4A9D-8B13-50F5230CA94A}" dt="2019-09-19T05:37:35.025" v="409"/>
          <ac:graphicFrameMkLst>
            <pc:docMk/>
            <pc:sldMk cId="0" sldId="307"/>
            <ac:graphicFrameMk id="7" creationId="{F8F7CAE8-BA2A-4CD6-9560-951F20AE0EA0}"/>
          </ac:graphicFrameMkLst>
        </pc:graphicFrameChg>
      </pc:sldChg>
      <pc:sldChg chg="addSp delSp modSp">
        <pc:chgData name="Ashish Kharel" userId="f6942b3f-91f3-48df-b3f7-a0e5d2e287bd" providerId="ADAL" clId="{D568BB2F-3E28-4A9D-8B13-50F5230CA94A}" dt="2019-09-19T05:37:06.915" v="407"/>
        <pc:sldMkLst>
          <pc:docMk/>
          <pc:sldMk cId="0" sldId="308"/>
        </pc:sldMkLst>
        <pc:spChg chg="add del">
          <ac:chgData name="Ashish Kharel" userId="f6942b3f-91f3-48df-b3f7-a0e5d2e287bd" providerId="ADAL" clId="{D568BB2F-3E28-4A9D-8B13-50F5230CA94A}" dt="2019-09-19T05:37:03.200" v="406"/>
          <ac:spMkLst>
            <pc:docMk/>
            <pc:sldMk cId="0" sldId="308"/>
            <ac:spMk id="2" creationId="{95DFEDCE-D797-4D76-BA69-30E3DBC4C111}"/>
          </ac:spMkLst>
        </pc:spChg>
        <pc:graphicFrameChg chg="del modGraphic">
          <ac:chgData name="Ashish Kharel" userId="f6942b3f-91f3-48df-b3f7-a0e5d2e287bd" providerId="ADAL" clId="{D568BB2F-3E28-4A9D-8B13-50F5230CA94A}" dt="2019-09-19T05:37:00.438" v="404" actId="478"/>
          <ac:graphicFrameMkLst>
            <pc:docMk/>
            <pc:sldMk cId="0" sldId="308"/>
            <ac:graphicFrameMk id="4" creationId="{00000000-0000-0000-0000-000000000000}"/>
          </ac:graphicFrameMkLst>
        </pc:graphicFrameChg>
        <pc:graphicFrameChg chg="add">
          <ac:chgData name="Ashish Kharel" userId="f6942b3f-91f3-48df-b3f7-a0e5d2e287bd" providerId="ADAL" clId="{D568BB2F-3E28-4A9D-8B13-50F5230CA94A}" dt="2019-09-19T05:37:06.915" v="407"/>
          <ac:graphicFrameMkLst>
            <pc:docMk/>
            <pc:sldMk cId="0" sldId="308"/>
            <ac:graphicFrameMk id="7" creationId="{05ED084C-4202-4CB4-80E2-4979F843D8CC}"/>
          </ac:graphicFrameMkLst>
        </pc:graphicFrameChg>
      </pc:sldChg>
      <pc:sldChg chg="modSp">
        <pc:chgData name="Ashish Kharel" userId="f6942b3f-91f3-48df-b3f7-a0e5d2e287bd" providerId="ADAL" clId="{D568BB2F-3E28-4A9D-8B13-50F5230CA94A}" dt="2019-09-19T03:59:48.745" v="400" actId="20577"/>
        <pc:sldMkLst>
          <pc:docMk/>
          <pc:sldMk cId="0" sldId="314"/>
        </pc:sldMkLst>
        <pc:spChg chg="mod">
          <ac:chgData name="Ashish Kharel" userId="f6942b3f-91f3-48df-b3f7-a0e5d2e287bd" providerId="ADAL" clId="{D568BB2F-3E28-4A9D-8B13-50F5230CA94A}" dt="2019-09-19T03:59:48.745" v="400" actId="20577"/>
          <ac:spMkLst>
            <pc:docMk/>
            <pc:sldMk cId="0" sldId="314"/>
            <ac:spMk id="3" creationId="{00000000-0000-0000-0000-000000000000}"/>
          </ac:spMkLst>
        </pc:spChg>
      </pc:sldChg>
      <pc:sldChg chg="modSp">
        <pc:chgData name="Ashish Kharel" userId="f6942b3f-91f3-48df-b3f7-a0e5d2e287bd" providerId="ADAL" clId="{D568BB2F-3E28-4A9D-8B13-50F5230CA94A}" dt="2019-09-18T01:19:31.893" v="8" actId="20577"/>
        <pc:sldMkLst>
          <pc:docMk/>
          <pc:sldMk cId="874689297" sldId="353"/>
        </pc:sldMkLst>
        <pc:spChg chg="mod">
          <ac:chgData name="Ashish Kharel" userId="f6942b3f-91f3-48df-b3f7-a0e5d2e287bd" providerId="ADAL" clId="{D568BB2F-3E28-4A9D-8B13-50F5230CA94A}" dt="2019-09-18T01:19:31.893" v="8" actId="20577"/>
          <ac:spMkLst>
            <pc:docMk/>
            <pc:sldMk cId="874689297" sldId="353"/>
            <ac:spMk id="3" creationId="{D6DFDF54-703A-4AC5-8DB6-56069EA67E25}"/>
          </ac:spMkLst>
        </pc:spChg>
      </pc:sldChg>
      <pc:sldChg chg="addSp delSp modSp">
        <pc:chgData name="Ashish Kharel" userId="f6942b3f-91f3-48df-b3f7-a0e5d2e287bd" providerId="ADAL" clId="{D568BB2F-3E28-4A9D-8B13-50F5230CA94A}" dt="2019-09-18T01:23:27.615" v="333" actId="1076"/>
        <pc:sldMkLst>
          <pc:docMk/>
          <pc:sldMk cId="4293416193" sldId="356"/>
        </pc:sldMkLst>
        <pc:spChg chg="del mod">
          <ac:chgData name="Ashish Kharel" userId="f6942b3f-91f3-48df-b3f7-a0e5d2e287bd" providerId="ADAL" clId="{D568BB2F-3E28-4A9D-8B13-50F5230CA94A}" dt="2019-09-18T01:23:19.304" v="331"/>
          <ac:spMkLst>
            <pc:docMk/>
            <pc:sldMk cId="4293416193" sldId="356"/>
            <ac:spMk id="4" creationId="{F5D2BF76-A256-4ABA-BB76-E4BBCA4ACE60}"/>
          </ac:spMkLst>
        </pc:spChg>
        <pc:spChg chg="add mod">
          <ac:chgData name="Ashish Kharel" userId="f6942b3f-91f3-48df-b3f7-a0e5d2e287bd" providerId="ADAL" clId="{D568BB2F-3E28-4A9D-8B13-50F5230CA94A}" dt="2019-09-18T01:23:27.615" v="333" actId="1076"/>
          <ac:spMkLst>
            <pc:docMk/>
            <pc:sldMk cId="4293416193" sldId="356"/>
            <ac:spMk id="7" creationId="{DF8CBB13-E12B-4654-B347-830A663E0ED3}"/>
          </ac:spMkLst>
        </pc:spChg>
        <pc:spChg chg="del mod">
          <ac:chgData name="Ashish Kharel" userId="f6942b3f-91f3-48df-b3f7-a0e5d2e287bd" providerId="ADAL" clId="{D568BB2F-3E28-4A9D-8B13-50F5230CA94A}" dt="2019-09-18T01:23:16.730" v="330"/>
          <ac:spMkLst>
            <pc:docMk/>
            <pc:sldMk cId="4293416193" sldId="356"/>
            <ac:spMk id="10" creationId="{00000000-0000-0000-0000-000000000000}"/>
          </ac:spMkLst>
        </pc:spChg>
        <pc:graphicFrameChg chg="del mod">
          <ac:chgData name="Ashish Kharel" userId="f6942b3f-91f3-48df-b3f7-a0e5d2e287bd" providerId="ADAL" clId="{D568BB2F-3E28-4A9D-8B13-50F5230CA94A}" dt="2019-09-18T01:21:14.674" v="25" actId="478"/>
          <ac:graphicFrameMkLst>
            <pc:docMk/>
            <pc:sldMk cId="4293416193" sldId="356"/>
            <ac:graphicFrameMk id="9" creationId="{00000000-0000-0000-0000-000000000000}"/>
          </ac:graphicFrameMkLst>
        </pc:graphicFrameChg>
        <pc:cxnChg chg="del mod">
          <ac:chgData name="Ashish Kharel" userId="f6942b3f-91f3-48df-b3f7-a0e5d2e287bd" providerId="ADAL" clId="{D568BB2F-3E28-4A9D-8B13-50F5230CA94A}" dt="2019-09-18T01:21:01.662" v="22" actId="478"/>
          <ac:cxnSpMkLst>
            <pc:docMk/>
            <pc:sldMk cId="4293416193" sldId="356"/>
            <ac:cxnSpMk id="12" creationId="{00000000-0000-0000-0000-000000000000}"/>
          </ac:cxnSpMkLst>
        </pc:cxnChg>
      </pc:sldChg>
      <pc:sldChg chg="modSp">
        <pc:chgData name="Ashish Kharel" userId="f6942b3f-91f3-48df-b3f7-a0e5d2e287bd" providerId="ADAL" clId="{D568BB2F-3E28-4A9D-8B13-50F5230CA94A}" dt="2019-09-18T01:29:43.555" v="335"/>
        <pc:sldMkLst>
          <pc:docMk/>
          <pc:sldMk cId="1659231366" sldId="359"/>
        </pc:sldMkLst>
        <pc:spChg chg="mod">
          <ac:chgData name="Ashish Kharel" userId="f6942b3f-91f3-48df-b3f7-a0e5d2e287bd" providerId="ADAL" clId="{D568BB2F-3E28-4A9D-8B13-50F5230CA94A}" dt="2019-09-18T01:29:43.555" v="335"/>
          <ac:spMkLst>
            <pc:docMk/>
            <pc:sldMk cId="1659231366" sldId="359"/>
            <ac:spMk id="4" creationId="{00000000-0000-0000-0000-000000000000}"/>
          </ac:spMkLst>
        </pc:spChg>
      </pc:sldChg>
    </pc:docChg>
  </pc:docChgLst>
  <pc:docChgLst>
    <pc:chgData name="Sarah Vaughan Plummer" userId="S::sarah.plummer@eca.edu.au::693e56c0-bbdb-44e7-b096-21025f5dda73" providerId="AD" clId="Web-{79EA3D59-4DCF-9CCB-D923-DEA6490A0F57}"/>
    <pc:docChg chg="addSld delSld modSld">
      <pc:chgData name="Sarah Vaughan Plummer" userId="S::sarah.plummer@eca.edu.au::693e56c0-bbdb-44e7-b096-21025f5dda73" providerId="AD" clId="Web-{79EA3D59-4DCF-9CCB-D923-DEA6490A0F57}" dt="2019-09-25T04:21:20.503" v="132" actId="1076"/>
      <pc:docMkLst>
        <pc:docMk/>
      </pc:docMkLst>
      <pc:sldChg chg="modSp">
        <pc:chgData name="Sarah Vaughan Plummer" userId="S::sarah.plummer@eca.edu.au::693e56c0-bbdb-44e7-b096-21025f5dda73" providerId="AD" clId="Web-{79EA3D59-4DCF-9CCB-D923-DEA6490A0F57}" dt="2019-09-25T02:30:51.178" v="6" actId="20577"/>
        <pc:sldMkLst>
          <pc:docMk/>
          <pc:sldMk cId="0" sldId="265"/>
        </pc:sldMkLst>
        <pc:spChg chg="mod">
          <ac:chgData name="Sarah Vaughan Plummer" userId="S::sarah.plummer@eca.edu.au::693e56c0-bbdb-44e7-b096-21025f5dda73" providerId="AD" clId="Web-{79EA3D59-4DCF-9CCB-D923-DEA6490A0F57}" dt="2019-09-25T02:30:51.178" v="6" actId="20577"/>
          <ac:spMkLst>
            <pc:docMk/>
            <pc:sldMk cId="0" sldId="265"/>
            <ac:spMk id="5" creationId="{00000000-0000-0000-0000-000000000000}"/>
          </ac:spMkLst>
        </pc:spChg>
      </pc:sldChg>
      <pc:sldChg chg="modSp">
        <pc:chgData name="Sarah Vaughan Plummer" userId="S::sarah.plummer@eca.edu.au::693e56c0-bbdb-44e7-b096-21025f5dda73" providerId="AD" clId="Web-{79EA3D59-4DCF-9CCB-D923-DEA6490A0F57}" dt="2019-09-25T03:40:44.191" v="112" actId="20577"/>
        <pc:sldMkLst>
          <pc:docMk/>
          <pc:sldMk cId="0" sldId="268"/>
        </pc:sldMkLst>
        <pc:spChg chg="mod">
          <ac:chgData name="Sarah Vaughan Plummer" userId="S::sarah.plummer@eca.edu.au::693e56c0-bbdb-44e7-b096-21025f5dda73" providerId="AD" clId="Web-{79EA3D59-4DCF-9CCB-D923-DEA6490A0F57}" dt="2019-09-25T03:40:44.191" v="112" actId="20577"/>
          <ac:spMkLst>
            <pc:docMk/>
            <pc:sldMk cId="0" sldId="268"/>
            <ac:spMk id="3" creationId="{00000000-0000-0000-0000-000000000000}"/>
          </ac:spMkLst>
        </pc:spChg>
      </pc:sldChg>
      <pc:sldChg chg="modSp del">
        <pc:chgData name="Sarah Vaughan Plummer" userId="S::sarah.plummer@eca.edu.au::693e56c0-bbdb-44e7-b096-21025f5dda73" providerId="AD" clId="Web-{79EA3D59-4DCF-9CCB-D923-DEA6490A0F57}" dt="2019-09-25T03:36:24.084" v="89"/>
        <pc:sldMkLst>
          <pc:docMk/>
          <pc:sldMk cId="0" sldId="272"/>
        </pc:sldMkLst>
        <pc:spChg chg="mod">
          <ac:chgData name="Sarah Vaughan Plummer" userId="S::sarah.plummer@eca.edu.au::693e56c0-bbdb-44e7-b096-21025f5dda73" providerId="AD" clId="Web-{79EA3D59-4DCF-9CCB-D923-DEA6490A0F57}" dt="2019-09-25T03:34:57.225" v="87" actId="20577"/>
          <ac:spMkLst>
            <pc:docMk/>
            <pc:sldMk cId="0" sldId="272"/>
            <ac:spMk id="3" creationId="{00000000-0000-0000-0000-000000000000}"/>
          </ac:spMkLst>
        </pc:spChg>
      </pc:sldChg>
      <pc:sldChg chg="modSp">
        <pc:chgData name="Sarah Vaughan Plummer" userId="S::sarah.plummer@eca.edu.au::693e56c0-bbdb-44e7-b096-21025f5dda73" providerId="AD" clId="Web-{79EA3D59-4DCF-9CCB-D923-DEA6490A0F57}" dt="2019-09-25T03:24:23.730" v="73" actId="1076"/>
        <pc:sldMkLst>
          <pc:docMk/>
          <pc:sldMk cId="0" sldId="274"/>
        </pc:sldMkLst>
        <pc:graphicFrameChg chg="mod modGraphic">
          <ac:chgData name="Sarah Vaughan Plummer" userId="S::sarah.plummer@eca.edu.au::693e56c0-bbdb-44e7-b096-21025f5dda73" providerId="AD" clId="Web-{79EA3D59-4DCF-9CCB-D923-DEA6490A0F57}" dt="2019-09-25T03:24:23.730" v="73" actId="1076"/>
          <ac:graphicFrameMkLst>
            <pc:docMk/>
            <pc:sldMk cId="0" sldId="274"/>
            <ac:graphicFrameMk id="2" creationId="{A13B4F4A-D7E1-4C95-8DE3-9DD2142984A0}"/>
          </ac:graphicFrameMkLst>
        </pc:graphicFrameChg>
      </pc:sldChg>
      <pc:sldChg chg="modSp">
        <pc:chgData name="Sarah Vaughan Plummer" userId="S::sarah.plummer@eca.edu.au::693e56c0-bbdb-44e7-b096-21025f5dda73" providerId="AD" clId="Web-{79EA3D59-4DCF-9CCB-D923-DEA6490A0F57}" dt="2019-09-25T03:19:13.810" v="71" actId="1076"/>
        <pc:sldMkLst>
          <pc:docMk/>
          <pc:sldMk cId="0" sldId="275"/>
        </pc:sldMkLst>
        <pc:grpChg chg="mod">
          <ac:chgData name="Sarah Vaughan Plummer" userId="S::sarah.plummer@eca.edu.au::693e56c0-bbdb-44e7-b096-21025f5dda73" providerId="AD" clId="Web-{79EA3D59-4DCF-9CCB-D923-DEA6490A0F57}" dt="2019-09-25T03:19:13.810" v="71" actId="1076"/>
          <ac:grpSpMkLst>
            <pc:docMk/>
            <pc:sldMk cId="0" sldId="275"/>
            <ac:grpSpMk id="10" creationId="{9E37094C-D2C3-465C-ACB9-9FA38CC11234}"/>
          </ac:grpSpMkLst>
        </pc:grpChg>
        <pc:graphicFrameChg chg="modGraphic">
          <ac:chgData name="Sarah Vaughan Plummer" userId="S::sarah.plummer@eca.edu.au::693e56c0-bbdb-44e7-b096-21025f5dda73" providerId="AD" clId="Web-{79EA3D59-4DCF-9CCB-D923-DEA6490A0F57}" dt="2019-09-25T03:16:45.374" v="61"/>
          <ac:graphicFrameMkLst>
            <pc:docMk/>
            <pc:sldMk cId="0" sldId="275"/>
            <ac:graphicFrameMk id="5" creationId="{6EDAF3CC-BF4C-4145-9E58-D635D78DBD1F}"/>
          </ac:graphicFrameMkLst>
        </pc:graphicFrameChg>
      </pc:sldChg>
      <pc:sldChg chg="modSp">
        <pc:chgData name="Sarah Vaughan Plummer" userId="S::sarah.plummer@eca.edu.au::693e56c0-bbdb-44e7-b096-21025f5dda73" providerId="AD" clId="Web-{79EA3D59-4DCF-9CCB-D923-DEA6490A0F57}" dt="2019-09-25T03:01:42.786" v="27" actId="14100"/>
        <pc:sldMkLst>
          <pc:docMk/>
          <pc:sldMk cId="0" sldId="277"/>
        </pc:sldMkLst>
        <pc:spChg chg="mod">
          <ac:chgData name="Sarah Vaughan Plummer" userId="S::sarah.plummer@eca.edu.au::693e56c0-bbdb-44e7-b096-21025f5dda73" providerId="AD" clId="Web-{79EA3D59-4DCF-9CCB-D923-DEA6490A0F57}" dt="2019-09-25T02:55:45.836" v="19" actId="1076"/>
          <ac:spMkLst>
            <pc:docMk/>
            <pc:sldMk cId="0" sldId="277"/>
            <ac:spMk id="15" creationId="{A7FF6D2B-02B1-4DCF-9379-1911AB86B058}"/>
          </ac:spMkLst>
        </pc:spChg>
        <pc:grpChg chg="mod">
          <ac:chgData name="Sarah Vaughan Plummer" userId="S::sarah.plummer@eca.edu.au::693e56c0-bbdb-44e7-b096-21025f5dda73" providerId="AD" clId="Web-{79EA3D59-4DCF-9CCB-D923-DEA6490A0F57}" dt="2019-09-25T03:01:31.068" v="25" actId="1076"/>
          <ac:grpSpMkLst>
            <pc:docMk/>
            <pc:sldMk cId="0" sldId="277"/>
            <ac:grpSpMk id="14" creationId="{71E9BD7D-6E2A-4F1D-90B9-B007AA2E6598}"/>
          </ac:grpSpMkLst>
        </pc:grpChg>
        <pc:picChg chg="mod">
          <ac:chgData name="Sarah Vaughan Plummer" userId="S::sarah.plummer@eca.edu.au::693e56c0-bbdb-44e7-b096-21025f5dda73" providerId="AD" clId="Web-{79EA3D59-4DCF-9CCB-D923-DEA6490A0F57}" dt="2019-09-25T03:01:34.177" v="26" actId="1076"/>
          <ac:picMkLst>
            <pc:docMk/>
            <pc:sldMk cId="0" sldId="277"/>
            <ac:picMk id="2" creationId="{D549933B-E8C5-4BD5-A93F-CEDC3BC42905}"/>
          </ac:picMkLst>
        </pc:picChg>
        <pc:picChg chg="mod">
          <ac:chgData name="Sarah Vaughan Plummer" userId="S::sarah.plummer@eca.edu.au::693e56c0-bbdb-44e7-b096-21025f5dda73" providerId="AD" clId="Web-{79EA3D59-4DCF-9CCB-D923-DEA6490A0F57}" dt="2019-09-25T03:01:42.786" v="27" actId="14100"/>
          <ac:picMkLst>
            <pc:docMk/>
            <pc:sldMk cId="0" sldId="277"/>
            <ac:picMk id="3" creationId="{66AC1E6F-F4AD-4CE0-84C5-DABD43F6A7E9}"/>
          </ac:picMkLst>
        </pc:picChg>
      </pc:sldChg>
      <pc:sldChg chg="modSp">
        <pc:chgData name="Sarah Vaughan Plummer" userId="S::sarah.plummer@eca.edu.au::693e56c0-bbdb-44e7-b096-21025f5dda73" providerId="AD" clId="Web-{79EA3D59-4DCF-9CCB-D923-DEA6490A0F57}" dt="2019-09-25T04:21:20.503" v="132" actId="1076"/>
        <pc:sldMkLst>
          <pc:docMk/>
          <pc:sldMk cId="0" sldId="295"/>
        </pc:sldMkLst>
        <pc:spChg chg="mod">
          <ac:chgData name="Sarah Vaughan Plummer" userId="S::sarah.plummer@eca.edu.au::693e56c0-bbdb-44e7-b096-21025f5dda73" providerId="AD" clId="Web-{79EA3D59-4DCF-9CCB-D923-DEA6490A0F57}" dt="2019-09-25T04:20:46.925" v="130" actId="1076"/>
          <ac:spMkLst>
            <pc:docMk/>
            <pc:sldMk cId="0" sldId="295"/>
            <ac:spMk id="3" creationId="{00000000-0000-0000-0000-000000000000}"/>
          </ac:spMkLst>
        </pc:spChg>
        <pc:spChg chg="mod">
          <ac:chgData name="Sarah Vaughan Plummer" userId="S::sarah.plummer@eca.edu.au::693e56c0-bbdb-44e7-b096-21025f5dda73" providerId="AD" clId="Web-{79EA3D59-4DCF-9CCB-D923-DEA6490A0F57}" dt="2019-09-25T04:21:20.503" v="132" actId="1076"/>
          <ac:spMkLst>
            <pc:docMk/>
            <pc:sldMk cId="0" sldId="295"/>
            <ac:spMk id="6" creationId="{4B0100A0-68E9-49FB-8F44-E3342F4016DE}"/>
          </ac:spMkLst>
        </pc:spChg>
        <pc:spChg chg="mod">
          <ac:chgData name="Sarah Vaughan Plummer" userId="S::sarah.plummer@eca.edu.au::693e56c0-bbdb-44e7-b096-21025f5dda73" providerId="AD" clId="Web-{79EA3D59-4DCF-9CCB-D923-DEA6490A0F57}" dt="2019-09-25T04:20:58.019" v="131" actId="1076"/>
          <ac:spMkLst>
            <pc:docMk/>
            <pc:sldMk cId="0" sldId="295"/>
            <ac:spMk id="7" creationId="{9DCB68A8-9F39-487F-89F4-BD40CA8DE1F0}"/>
          </ac:spMkLst>
        </pc:spChg>
        <pc:picChg chg="mod">
          <ac:chgData name="Sarah Vaughan Plummer" userId="S::sarah.plummer@eca.edu.au::693e56c0-bbdb-44e7-b096-21025f5dda73" providerId="AD" clId="Web-{79EA3D59-4DCF-9CCB-D923-DEA6490A0F57}" dt="2019-09-25T04:20:24.425" v="127" actId="1076"/>
          <ac:picMkLst>
            <pc:docMk/>
            <pc:sldMk cId="0" sldId="295"/>
            <ac:picMk id="12" creationId="{0E9CBF2F-AEC9-4181-82A7-976D3B6C82B3}"/>
          </ac:picMkLst>
        </pc:picChg>
      </pc:sldChg>
      <pc:sldChg chg="modSp">
        <pc:chgData name="Sarah Vaughan Plummer" userId="S::sarah.plummer@eca.edu.au::693e56c0-bbdb-44e7-b096-21025f5dda73" providerId="AD" clId="Web-{79EA3D59-4DCF-9CCB-D923-DEA6490A0F57}" dt="2019-09-25T04:13:38.189" v="118" actId="1076"/>
        <pc:sldMkLst>
          <pc:docMk/>
          <pc:sldMk cId="0" sldId="296"/>
        </pc:sldMkLst>
        <pc:picChg chg="mod">
          <ac:chgData name="Sarah Vaughan Plummer" userId="S::sarah.plummer@eca.edu.au::693e56c0-bbdb-44e7-b096-21025f5dda73" providerId="AD" clId="Web-{79EA3D59-4DCF-9CCB-D923-DEA6490A0F57}" dt="2019-09-25T04:13:38.189" v="118" actId="1076"/>
          <ac:picMkLst>
            <pc:docMk/>
            <pc:sldMk cId="0" sldId="296"/>
            <ac:picMk id="3" creationId="{036117AD-790C-405B-AC4E-D3E0E85C8A2F}"/>
          </ac:picMkLst>
        </pc:picChg>
      </pc:sldChg>
      <pc:sldChg chg="modSp">
        <pc:chgData name="Sarah Vaughan Plummer" userId="S::sarah.plummer@eca.edu.au::693e56c0-bbdb-44e7-b096-21025f5dda73" providerId="AD" clId="Web-{79EA3D59-4DCF-9CCB-D923-DEA6490A0F57}" dt="2019-09-25T03:10:41.236" v="60" actId="1076"/>
        <pc:sldMkLst>
          <pc:docMk/>
          <pc:sldMk cId="782775168" sldId="364"/>
        </pc:sldMkLst>
        <pc:spChg chg="mod">
          <ac:chgData name="Sarah Vaughan Plummer" userId="S::sarah.plummer@eca.edu.au::693e56c0-bbdb-44e7-b096-21025f5dda73" providerId="AD" clId="Web-{79EA3D59-4DCF-9CCB-D923-DEA6490A0F57}" dt="2019-09-25T03:08:07.940" v="48" actId="1076"/>
          <ac:spMkLst>
            <pc:docMk/>
            <pc:sldMk cId="782775168" sldId="364"/>
            <ac:spMk id="4" creationId="{4B0DCDCC-06E7-47D5-BD0C-DAF541744789}"/>
          </ac:spMkLst>
        </pc:spChg>
        <pc:spChg chg="mod">
          <ac:chgData name="Sarah Vaughan Plummer" userId="S::sarah.plummer@eca.edu.au::693e56c0-bbdb-44e7-b096-21025f5dda73" providerId="AD" clId="Web-{79EA3D59-4DCF-9CCB-D923-DEA6490A0F57}" dt="2019-09-25T03:07:47.956" v="45" actId="1076"/>
          <ac:spMkLst>
            <pc:docMk/>
            <pc:sldMk cId="782775168" sldId="364"/>
            <ac:spMk id="5" creationId="{04DF38DA-49C3-4E70-8C56-477C81EDC1A9}"/>
          </ac:spMkLst>
        </pc:spChg>
        <pc:spChg chg="mod">
          <ac:chgData name="Sarah Vaughan Plummer" userId="S::sarah.plummer@eca.edu.au::693e56c0-bbdb-44e7-b096-21025f5dda73" providerId="AD" clId="Web-{79EA3D59-4DCF-9CCB-D923-DEA6490A0F57}" dt="2019-09-25T03:08:38.674" v="52" actId="1076"/>
          <ac:spMkLst>
            <pc:docMk/>
            <pc:sldMk cId="782775168" sldId="364"/>
            <ac:spMk id="9" creationId="{00000000-0000-0000-0000-000000000000}"/>
          </ac:spMkLst>
        </pc:spChg>
        <pc:spChg chg="mod">
          <ac:chgData name="Sarah Vaughan Plummer" userId="S::sarah.plummer@eca.edu.au::693e56c0-bbdb-44e7-b096-21025f5dda73" providerId="AD" clId="Web-{79EA3D59-4DCF-9CCB-D923-DEA6490A0F57}" dt="2019-09-25T03:09:02.236" v="56" actId="1076"/>
          <ac:spMkLst>
            <pc:docMk/>
            <pc:sldMk cId="782775168" sldId="364"/>
            <ac:spMk id="11" creationId="{00000000-0000-0000-0000-000000000000}"/>
          </ac:spMkLst>
        </pc:spChg>
        <pc:spChg chg="mod">
          <ac:chgData name="Sarah Vaughan Plummer" userId="S::sarah.plummer@eca.edu.au::693e56c0-bbdb-44e7-b096-21025f5dda73" providerId="AD" clId="Web-{79EA3D59-4DCF-9CCB-D923-DEA6490A0F57}" dt="2019-09-25T03:07:55.846" v="46" actId="1076"/>
          <ac:spMkLst>
            <pc:docMk/>
            <pc:sldMk cId="782775168" sldId="364"/>
            <ac:spMk id="12" creationId="{00000000-0000-0000-0000-000000000000}"/>
          </ac:spMkLst>
        </pc:spChg>
        <pc:spChg chg="mod">
          <ac:chgData name="Sarah Vaughan Plummer" userId="S::sarah.plummer@eca.edu.au::693e56c0-bbdb-44e7-b096-21025f5dda73" providerId="AD" clId="Web-{79EA3D59-4DCF-9CCB-D923-DEA6490A0F57}" dt="2019-09-25T03:08:47.908" v="54" actId="1076"/>
          <ac:spMkLst>
            <pc:docMk/>
            <pc:sldMk cId="782775168" sldId="364"/>
            <ac:spMk id="14" creationId="{00000000-0000-0000-0000-000000000000}"/>
          </ac:spMkLst>
        </pc:spChg>
        <pc:spChg chg="mod">
          <ac:chgData name="Sarah Vaughan Plummer" userId="S::sarah.plummer@eca.edu.au::693e56c0-bbdb-44e7-b096-21025f5dda73" providerId="AD" clId="Web-{79EA3D59-4DCF-9CCB-D923-DEA6490A0F57}" dt="2019-09-25T03:09:29.767" v="59" actId="1076"/>
          <ac:spMkLst>
            <pc:docMk/>
            <pc:sldMk cId="782775168" sldId="364"/>
            <ac:spMk id="15" creationId="{00000000-0000-0000-0000-000000000000}"/>
          </ac:spMkLst>
        </pc:spChg>
        <pc:spChg chg="mod">
          <ac:chgData name="Sarah Vaughan Plummer" userId="S::sarah.plummer@eca.edu.au::693e56c0-bbdb-44e7-b096-21025f5dda73" providerId="AD" clId="Web-{79EA3D59-4DCF-9CCB-D923-DEA6490A0F57}" dt="2019-09-25T03:10:41.236" v="60" actId="1076"/>
          <ac:spMkLst>
            <pc:docMk/>
            <pc:sldMk cId="782775168" sldId="364"/>
            <ac:spMk id="17" creationId="{A9577F56-BEDD-4769-ADD0-9E4D6B11DDF2}"/>
          </ac:spMkLst>
        </pc:spChg>
        <pc:picChg chg="mod">
          <ac:chgData name="Sarah Vaughan Plummer" userId="S::sarah.plummer@eca.edu.au::693e56c0-bbdb-44e7-b096-21025f5dda73" providerId="AD" clId="Web-{79EA3D59-4DCF-9CCB-D923-DEA6490A0F57}" dt="2019-09-25T03:08:34.471" v="51" actId="1076"/>
          <ac:picMkLst>
            <pc:docMk/>
            <pc:sldMk cId="782775168" sldId="364"/>
            <ac:picMk id="2" creationId="{97002143-7F45-4672-AAE2-1C0F6C481A44}"/>
          </ac:picMkLst>
        </pc:picChg>
        <pc:picChg chg="mod">
          <ac:chgData name="Sarah Vaughan Plummer" userId="S::sarah.plummer@eca.edu.au::693e56c0-bbdb-44e7-b096-21025f5dda73" providerId="AD" clId="Web-{79EA3D59-4DCF-9CCB-D923-DEA6490A0F57}" dt="2019-09-25T03:08:21.830" v="49" actId="1076"/>
          <ac:picMkLst>
            <pc:docMk/>
            <pc:sldMk cId="782775168" sldId="364"/>
            <ac:picMk id="3" creationId="{B4154EF9-BFA3-448E-8CA4-69F377BBE9D9}"/>
          </ac:picMkLst>
        </pc:picChg>
        <pc:picChg chg="mod">
          <ac:chgData name="Sarah Vaughan Plummer" userId="S::sarah.plummer@eca.edu.au::693e56c0-bbdb-44e7-b096-21025f5dda73" providerId="AD" clId="Web-{79EA3D59-4DCF-9CCB-D923-DEA6490A0F57}" dt="2019-09-25T03:06:26.425" v="32" actId="14100"/>
          <ac:picMkLst>
            <pc:docMk/>
            <pc:sldMk cId="782775168" sldId="364"/>
            <ac:picMk id="6" creationId="{DD803523-EA45-4A8E-96B0-C28D08D1D758}"/>
          </ac:picMkLst>
        </pc:picChg>
        <pc:picChg chg="mod">
          <ac:chgData name="Sarah Vaughan Plummer" userId="S::sarah.plummer@eca.edu.au::693e56c0-bbdb-44e7-b096-21025f5dda73" providerId="AD" clId="Web-{79EA3D59-4DCF-9CCB-D923-DEA6490A0F57}" dt="2019-09-25T03:07:35.815" v="44" actId="14100"/>
          <ac:picMkLst>
            <pc:docMk/>
            <pc:sldMk cId="782775168" sldId="364"/>
            <ac:picMk id="16" creationId="{59DBF700-4988-4E24-BF7F-58A8AC691C12}"/>
          </ac:picMkLst>
        </pc:picChg>
        <pc:picChg chg="mod">
          <ac:chgData name="Sarah Vaughan Plummer" userId="S::sarah.plummer@eca.edu.au::693e56c0-bbdb-44e7-b096-21025f5dda73" providerId="AD" clId="Web-{79EA3D59-4DCF-9CCB-D923-DEA6490A0F57}" dt="2019-09-25T03:06:30.503" v="33" actId="14100"/>
          <ac:picMkLst>
            <pc:docMk/>
            <pc:sldMk cId="782775168" sldId="364"/>
            <ac:picMk id="19" creationId="{DED2A6E3-A4EC-44A0-9344-BAF81C2F595D}"/>
          </ac:picMkLst>
        </pc:picChg>
        <pc:picChg chg="mod">
          <ac:chgData name="Sarah Vaughan Plummer" userId="S::sarah.plummer@eca.edu.au::693e56c0-bbdb-44e7-b096-21025f5dda73" providerId="AD" clId="Web-{79EA3D59-4DCF-9CCB-D923-DEA6490A0F57}" dt="2019-09-25T03:08:30.283" v="50" actId="1076"/>
          <ac:picMkLst>
            <pc:docMk/>
            <pc:sldMk cId="782775168" sldId="364"/>
            <ac:picMk id="27" creationId="{F672A64F-FA3F-481A-8407-FC0FD3A3B2B0}"/>
          </ac:picMkLst>
        </pc:picChg>
      </pc:sldChg>
      <pc:sldChg chg="modSp add">
        <pc:chgData name="Sarah Vaughan Plummer" userId="S::sarah.plummer@eca.edu.au::693e56c0-bbdb-44e7-b096-21025f5dda73" providerId="AD" clId="Web-{79EA3D59-4DCF-9CCB-D923-DEA6490A0F57}" dt="2019-09-25T03:33:32.116" v="84" actId="20577"/>
        <pc:sldMkLst>
          <pc:docMk/>
          <pc:sldMk cId="2733879436" sldId="372"/>
        </pc:sldMkLst>
        <pc:spChg chg="mod">
          <ac:chgData name="Sarah Vaughan Plummer" userId="S::sarah.plummer@eca.edu.au::693e56c0-bbdb-44e7-b096-21025f5dda73" providerId="AD" clId="Web-{79EA3D59-4DCF-9CCB-D923-DEA6490A0F57}" dt="2019-09-25T03:33:32.116" v="84" actId="20577"/>
          <ac:spMkLst>
            <pc:docMk/>
            <pc:sldMk cId="2733879436" sldId="372"/>
            <ac:spMk id="3" creationId="{00000000-0000-0000-0000-000000000000}"/>
          </ac:spMkLst>
        </pc:spChg>
      </pc:sldChg>
      <pc:sldChg chg="add">
        <pc:chgData name="Sarah Vaughan Plummer" userId="S::sarah.plummer@eca.edu.au::693e56c0-bbdb-44e7-b096-21025f5dda73" providerId="AD" clId="Web-{79EA3D59-4DCF-9CCB-D923-DEA6490A0F57}" dt="2019-09-25T03:36:14.443" v="88"/>
        <pc:sldMkLst>
          <pc:docMk/>
          <pc:sldMk cId="321062222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9D2837-D7B8-40A3-9750-232EE8E402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1A047-AFE8-406F-AAF9-AE90683DC4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21E5A9-FF6D-4C82-8AC0-AFE88F55222E}" type="datetimeFigureOut">
              <a:rPr lang="en-US" smtClean="0"/>
              <a:t>6/3/2020</a:t>
            </a:fld>
            <a:endParaRPr lang="en-US"/>
          </a:p>
        </p:txBody>
      </p:sp>
      <p:sp>
        <p:nvSpPr>
          <p:cNvPr id="4" name="Footer Placeholder 3">
            <a:extLst>
              <a:ext uri="{FF2B5EF4-FFF2-40B4-BE49-F238E27FC236}">
                <a16:creationId xmlns:a16="http://schemas.microsoft.com/office/drawing/2014/main" id="{86F5C3A9-E649-4A4F-9703-6425B38251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E13D93-3232-4AA2-8C46-EEEA0BC309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FB04F0-D0D4-4E78-ACB9-2D6ECAEBF638}" type="slidenum">
              <a:rPr lang="en-US" smtClean="0"/>
              <a:t>‹#›</a:t>
            </a:fld>
            <a:endParaRPr lang="en-US"/>
          </a:p>
        </p:txBody>
      </p:sp>
    </p:spTree>
    <p:extLst>
      <p:ext uri="{BB962C8B-B14F-4D97-AF65-F5344CB8AC3E}">
        <p14:creationId xmlns:p14="http://schemas.microsoft.com/office/powerpoint/2010/main" val="397710434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18" name="Picture 17"/>
          <p:cNvPicPr>
            <a:picLocks noChangeAspect="1"/>
          </p:cNvPicPr>
          <p:nvPr userDrawn="1"/>
        </p:nvPicPr>
        <p:blipFill rotWithShape="1">
          <a:blip r:embed="rId2" cstate="print">
            <a:extLst>
              <a:ext uri="{28A0092B-C50C-407E-A947-70E740481C1C}">
                <a14:useLocalDpi xmlns:a14="http://schemas.microsoft.com/office/drawing/2010/main" val="0"/>
              </a:ext>
            </a:extLst>
          </a:blip>
          <a:srcRect t="22707" b="17063"/>
          <a:stretch>
            <a:fillRect/>
          </a:stretch>
        </p:blipFill>
        <p:spPr>
          <a:xfrm>
            <a:off x="0" y="0"/>
            <a:ext cx="9144000" cy="3672216"/>
          </a:xfrm>
          <a:prstGeom prst="rect">
            <a:avLst/>
          </a:prstGeom>
        </p:spPr>
      </p:pic>
      <p:pic>
        <p:nvPicPr>
          <p:cNvPr id="16" name="Picture 1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536820" y="1408535"/>
            <a:ext cx="4070361" cy="2109458"/>
          </a:xfrm>
          <a:prstGeom prst="rect">
            <a:avLst/>
          </a:prstGeom>
        </p:spPr>
      </p:pic>
      <p:sp>
        <p:nvSpPr>
          <p:cNvPr id="7" name="TextBox 6"/>
          <p:cNvSpPr txBox="1"/>
          <p:nvPr userDrawn="1"/>
        </p:nvSpPr>
        <p:spPr>
          <a:xfrm>
            <a:off x="2946268" y="3201639"/>
            <a:ext cx="1562361" cy="215444"/>
          </a:xfrm>
          <a:prstGeom prst="rect">
            <a:avLst/>
          </a:prstGeom>
          <a:noFill/>
        </p:spPr>
        <p:txBody>
          <a:bodyPr wrap="square" numCol="1" rtlCol="0" anchor="ctr">
            <a:spAutoFit/>
          </a:bodyPr>
          <a:lstStyle/>
          <a:p>
            <a:pPr>
              <a:lnSpc>
                <a:spcPct val="100000"/>
              </a:lnSpc>
            </a:pPr>
            <a:r>
              <a:rPr lang="en-US" sz="800">
                <a:solidFill>
                  <a:schemeClr val="bg1"/>
                </a:solidFill>
              </a:rPr>
              <a:t>CRICOS Code No 02644C</a:t>
            </a:r>
            <a:endParaRPr lang="en-AU" sz="800">
              <a:solidFill>
                <a:schemeClr val="bg1"/>
              </a:solidFill>
            </a:endParaRPr>
          </a:p>
        </p:txBody>
      </p:sp>
      <p:cxnSp>
        <p:nvCxnSpPr>
          <p:cNvPr id="14" name="Straight Connector 13"/>
          <p:cNvCxnSpPr/>
          <p:nvPr userDrawn="1"/>
        </p:nvCxnSpPr>
        <p:spPr>
          <a:xfrm flipV="1">
            <a:off x="474101" y="4853493"/>
            <a:ext cx="7139005" cy="10100"/>
          </a:xfrm>
          <a:prstGeom prst="line">
            <a:avLst/>
          </a:prstGeom>
          <a:ln w="9525">
            <a:solidFill>
              <a:srgbClr val="FFB600"/>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userDrawn="1"/>
        </p:nvSpPr>
        <p:spPr>
          <a:xfrm>
            <a:off x="7613106" y="4728092"/>
            <a:ext cx="1427711" cy="194925"/>
          </a:xfrm>
          <a:prstGeom prst="rect">
            <a:avLst/>
          </a:prstGeom>
          <a:noFill/>
        </p:spPr>
        <p:txBody>
          <a:bodyPr wrap="square" numCol="1" rtlCol="0" anchor="ctr">
            <a:spAutoFit/>
          </a:bodyPr>
          <a:lstStyle/>
          <a:p>
            <a:pPr>
              <a:lnSpc>
                <a:spcPct val="100000"/>
              </a:lnSpc>
            </a:pPr>
            <a:r>
              <a:rPr lang="en-AU" sz="1000" b="1" baseline="-25000">
                <a:solidFill>
                  <a:srgbClr val="192858"/>
                </a:solidFill>
              </a:rPr>
              <a:t>www.professionalyear.info</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Rectangle 4"/>
          <p:cNvSpPr/>
          <p:nvPr userDrawn="1"/>
        </p:nvSpPr>
        <p:spPr>
          <a:xfrm>
            <a:off x="578697" y="0"/>
            <a:ext cx="7986606" cy="991399"/>
          </a:xfrm>
          <a:prstGeom prst="rect">
            <a:avLst/>
          </a:prstGeom>
          <a:solidFill>
            <a:srgbClr val="1829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userDrawn="1"/>
        </p:nvCxnSpPr>
        <p:spPr>
          <a:xfrm flipV="1">
            <a:off x="923599" y="818547"/>
            <a:ext cx="7200673" cy="11630"/>
          </a:xfrm>
          <a:prstGeom prst="line">
            <a:avLst/>
          </a:prstGeom>
          <a:ln w="9525" cap="sq">
            <a:solidFill>
              <a:schemeClr val="bg1"/>
            </a:solidFill>
            <a:prstDash val="sysDash"/>
            <a:miter lim="800000"/>
            <a:headEnd type="non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542925" y="4952080"/>
            <a:ext cx="6515100" cy="9580"/>
          </a:xfrm>
          <a:prstGeom prst="line">
            <a:avLst/>
          </a:prstGeom>
          <a:ln w="9525">
            <a:solidFill>
              <a:srgbClr val="FFB6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7013336" y="4844518"/>
            <a:ext cx="1427711" cy="194925"/>
          </a:xfrm>
          <a:prstGeom prst="rect">
            <a:avLst/>
          </a:prstGeom>
          <a:noFill/>
        </p:spPr>
        <p:txBody>
          <a:bodyPr wrap="square" numCol="1" rtlCol="0" anchor="ctr">
            <a:spAutoFit/>
          </a:bodyPr>
          <a:lstStyle/>
          <a:p>
            <a:pPr>
              <a:lnSpc>
                <a:spcPct val="100000"/>
              </a:lnSpc>
            </a:pPr>
            <a:r>
              <a:rPr lang="en-AU" sz="1000" b="1" baseline="-25000">
                <a:solidFill>
                  <a:srgbClr val="192858"/>
                </a:solidFill>
              </a:rPr>
              <a:t>www.professionalyear.info</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98345" y="4821911"/>
            <a:ext cx="188295" cy="188295"/>
          </a:xfrm>
          <a:prstGeom prst="rect">
            <a:avLst/>
          </a:prstGeom>
        </p:spPr>
      </p:pic>
      <p:sp>
        <p:nvSpPr>
          <p:cNvPr id="13" name="Title 12"/>
          <p:cNvSpPr>
            <a:spLocks noGrp="1"/>
          </p:cNvSpPr>
          <p:nvPr>
            <p:ph type="title" hasCustomPrompt="1"/>
          </p:nvPr>
        </p:nvSpPr>
        <p:spPr>
          <a:xfrm>
            <a:off x="833188" y="542640"/>
            <a:ext cx="7366915" cy="448760"/>
          </a:xfrm>
          <a:prstGeom prst="rect">
            <a:avLst/>
          </a:prstGeom>
        </p:spPr>
        <p:txBody>
          <a:bodyPr>
            <a:normAutofit/>
          </a:bodyPr>
          <a:lstStyle>
            <a:lvl1pPr>
              <a:defRPr sz="1800" b="1" baseline="0">
                <a:solidFill>
                  <a:schemeClr val="bg1"/>
                </a:solidFill>
                <a:latin typeface="Arial" panose="020B0604020202020204" pitchFamily="34" charset="0"/>
                <a:cs typeface="Arial" panose="020B0604020202020204" pitchFamily="34" charset="0"/>
              </a:defRPr>
            </a:lvl1pPr>
          </a:lstStyle>
          <a:p>
            <a:r>
              <a:rPr lang="en-US"/>
              <a:t>Heading: Arial bold 18pt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6" name="Straight Connector 5"/>
          <p:cNvCxnSpPr/>
          <p:nvPr userDrawn="1"/>
        </p:nvCxnSpPr>
        <p:spPr>
          <a:xfrm>
            <a:off x="542925" y="4952080"/>
            <a:ext cx="6515100" cy="9580"/>
          </a:xfrm>
          <a:prstGeom prst="line">
            <a:avLst/>
          </a:prstGeom>
          <a:ln w="9525">
            <a:solidFill>
              <a:srgbClr val="FFB6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7013336" y="4844518"/>
            <a:ext cx="1427711" cy="194925"/>
          </a:xfrm>
          <a:prstGeom prst="rect">
            <a:avLst/>
          </a:prstGeom>
          <a:noFill/>
        </p:spPr>
        <p:txBody>
          <a:bodyPr wrap="square" numCol="1" rtlCol="0" anchor="ctr">
            <a:spAutoFit/>
          </a:bodyPr>
          <a:lstStyle/>
          <a:p>
            <a:pPr>
              <a:lnSpc>
                <a:spcPct val="100000"/>
              </a:lnSpc>
            </a:pPr>
            <a:r>
              <a:rPr lang="en-AU" sz="1000" b="1" baseline="-25000">
                <a:solidFill>
                  <a:srgbClr val="192858"/>
                </a:solidFill>
              </a:rPr>
              <a:t>www.professionalyear.info</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98345" y="4821911"/>
            <a:ext cx="188295" cy="18829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youtube.com/watch?v=Y7m9eNoB3NU"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dCIgOYY4NKc"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www.mindtools.com/pages/article/newCDV_59.ht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395537" y="3937144"/>
            <a:ext cx="1354606" cy="707886"/>
          </a:xfrm>
          <a:prstGeom prst="rect">
            <a:avLst/>
          </a:prstGeom>
          <a:noFill/>
        </p:spPr>
        <p:txBody>
          <a:bodyPr wrap="square" numCol="1" rtlCol="0" anchor="ctr">
            <a:spAutoFit/>
          </a:bodyPr>
          <a:lstStyle/>
          <a:p>
            <a:pPr>
              <a:lnSpc>
                <a:spcPct val="100000"/>
              </a:lnSpc>
            </a:pPr>
            <a:r>
              <a:rPr lang="en-GB" sz="800" b="1">
                <a:solidFill>
                  <a:srgbClr val="192858"/>
                </a:solidFill>
              </a:rPr>
              <a:t>Sydney</a:t>
            </a:r>
            <a:endParaRPr lang="en-AU" sz="800" b="1">
              <a:solidFill>
                <a:srgbClr val="192858"/>
              </a:solidFill>
            </a:endParaRPr>
          </a:p>
          <a:p>
            <a:pPr>
              <a:lnSpc>
                <a:spcPct val="100000"/>
              </a:lnSpc>
            </a:pPr>
            <a:r>
              <a:rPr lang="en-US" sz="800">
                <a:solidFill>
                  <a:schemeClr val="tx1">
                    <a:lumMod val="65000"/>
                    <a:lumOff val="35000"/>
                  </a:schemeClr>
                </a:solidFill>
              </a:rPr>
              <a:t>Level 3, 55 Regent Street </a:t>
            </a:r>
            <a:endParaRPr lang="en-AU" sz="800">
              <a:solidFill>
                <a:schemeClr val="tx1">
                  <a:lumMod val="65000"/>
                  <a:lumOff val="35000"/>
                </a:schemeClr>
              </a:solidFill>
            </a:endParaRPr>
          </a:p>
          <a:p>
            <a:pPr>
              <a:lnSpc>
                <a:spcPct val="100000"/>
              </a:lnSpc>
            </a:pPr>
            <a:r>
              <a:rPr lang="en-US" sz="800">
                <a:solidFill>
                  <a:schemeClr val="tx1">
                    <a:lumMod val="65000"/>
                    <a:lumOff val="35000"/>
                  </a:schemeClr>
                </a:solidFill>
              </a:rPr>
              <a:t>Chippendale, NSW 2008</a:t>
            </a:r>
            <a:endParaRPr lang="en-AU" sz="800">
              <a:solidFill>
                <a:schemeClr val="tx1">
                  <a:lumMod val="65000"/>
                  <a:lumOff val="35000"/>
                </a:schemeClr>
              </a:solidFill>
            </a:endParaRPr>
          </a:p>
          <a:p>
            <a:pPr>
              <a:lnSpc>
                <a:spcPct val="100000"/>
              </a:lnSpc>
            </a:pPr>
            <a:r>
              <a:rPr lang="en-GB" sz="800">
                <a:solidFill>
                  <a:schemeClr val="tx1">
                    <a:lumMod val="65000"/>
                    <a:lumOff val="35000"/>
                  </a:schemeClr>
                </a:solidFill>
              </a:rPr>
              <a:t>Phone:+61 </a:t>
            </a:r>
            <a:r>
              <a:rPr lang="en-US" sz="800">
                <a:solidFill>
                  <a:schemeClr val="tx1">
                    <a:lumMod val="65000"/>
                    <a:lumOff val="35000"/>
                  </a:schemeClr>
                </a:solidFill>
              </a:rPr>
              <a:t>2 9318 8171</a:t>
            </a:r>
            <a:endParaRPr lang="en-AU" sz="800">
              <a:solidFill>
                <a:schemeClr val="tx1">
                  <a:lumMod val="65000"/>
                  <a:lumOff val="35000"/>
                </a:schemeClr>
              </a:solidFill>
            </a:endParaRPr>
          </a:p>
          <a:p>
            <a:pPr>
              <a:lnSpc>
                <a:spcPct val="100000"/>
              </a:lnSpc>
            </a:pPr>
            <a:r>
              <a:rPr lang="en-GB" sz="800">
                <a:solidFill>
                  <a:schemeClr val="tx1">
                    <a:lumMod val="65000"/>
                    <a:lumOff val="35000"/>
                  </a:schemeClr>
                </a:solidFill>
              </a:rPr>
              <a:t>Email: py@eca.edu.au</a:t>
            </a:r>
            <a:endParaRPr lang="en-AU" sz="800">
              <a:solidFill>
                <a:schemeClr val="tx1">
                  <a:lumMod val="65000"/>
                  <a:lumOff val="35000"/>
                </a:schemeClr>
              </a:solidFill>
            </a:endParaRPr>
          </a:p>
        </p:txBody>
      </p:sp>
      <p:sp>
        <p:nvSpPr>
          <p:cNvPr id="3" name="TextBox 2"/>
          <p:cNvSpPr txBox="1"/>
          <p:nvPr/>
        </p:nvSpPr>
        <p:spPr>
          <a:xfrm>
            <a:off x="2088266" y="3936434"/>
            <a:ext cx="1562361" cy="707886"/>
          </a:xfrm>
          <a:prstGeom prst="rect">
            <a:avLst/>
          </a:prstGeom>
          <a:noFill/>
        </p:spPr>
        <p:txBody>
          <a:bodyPr wrap="square" numCol="1" rtlCol="0" anchor="ctr">
            <a:spAutoFit/>
          </a:bodyPr>
          <a:lstStyle/>
          <a:p>
            <a:pPr>
              <a:lnSpc>
                <a:spcPct val="100000"/>
              </a:lnSpc>
            </a:pPr>
            <a:r>
              <a:rPr lang="en-US" sz="800" b="1">
                <a:solidFill>
                  <a:srgbClr val="182958"/>
                </a:solidFill>
              </a:rPr>
              <a:t>Melbourne</a:t>
            </a:r>
            <a:endParaRPr lang="en-AU" sz="800" b="1">
              <a:solidFill>
                <a:srgbClr val="182958"/>
              </a:solidFill>
            </a:endParaRPr>
          </a:p>
          <a:p>
            <a:pPr>
              <a:lnSpc>
                <a:spcPct val="100000"/>
              </a:lnSpc>
            </a:pPr>
            <a:r>
              <a:rPr lang="en-US" sz="800">
                <a:solidFill>
                  <a:schemeClr val="tx1">
                    <a:lumMod val="65000"/>
                    <a:lumOff val="35000"/>
                  </a:schemeClr>
                </a:solidFill>
              </a:rPr>
              <a:t>Level 7, 399 Lonsdale Street</a:t>
            </a:r>
            <a:endParaRPr lang="en-AU" sz="800">
              <a:solidFill>
                <a:schemeClr val="tx1">
                  <a:lumMod val="65000"/>
                  <a:lumOff val="35000"/>
                </a:schemeClr>
              </a:solidFill>
            </a:endParaRPr>
          </a:p>
          <a:p>
            <a:pPr>
              <a:lnSpc>
                <a:spcPct val="100000"/>
              </a:lnSpc>
            </a:pPr>
            <a:r>
              <a:rPr lang="en-US" sz="800">
                <a:solidFill>
                  <a:schemeClr val="tx1">
                    <a:lumMod val="65000"/>
                    <a:lumOff val="35000"/>
                  </a:schemeClr>
                </a:solidFill>
              </a:rPr>
              <a:t>Melbourne, VIC 3000</a:t>
            </a:r>
            <a:endParaRPr lang="en-AU" sz="800">
              <a:solidFill>
                <a:schemeClr val="tx1">
                  <a:lumMod val="65000"/>
                  <a:lumOff val="35000"/>
                </a:schemeClr>
              </a:solidFill>
            </a:endParaRPr>
          </a:p>
          <a:p>
            <a:pPr>
              <a:lnSpc>
                <a:spcPct val="100000"/>
              </a:lnSpc>
            </a:pPr>
            <a:r>
              <a:rPr lang="en-GB" sz="800">
                <a:solidFill>
                  <a:schemeClr val="tx1">
                    <a:lumMod val="65000"/>
                    <a:lumOff val="35000"/>
                  </a:schemeClr>
                </a:solidFill>
              </a:rPr>
              <a:t>Phone:+61 </a:t>
            </a:r>
            <a:r>
              <a:rPr lang="en-US" sz="800">
                <a:solidFill>
                  <a:schemeClr val="tx1">
                    <a:lumMod val="65000"/>
                    <a:lumOff val="35000"/>
                  </a:schemeClr>
                </a:solidFill>
              </a:rPr>
              <a:t>3 9603 5333</a:t>
            </a:r>
            <a:endParaRPr lang="en-AU" sz="800">
              <a:solidFill>
                <a:schemeClr val="tx1">
                  <a:lumMod val="65000"/>
                  <a:lumOff val="35000"/>
                </a:schemeClr>
              </a:solidFill>
            </a:endParaRPr>
          </a:p>
          <a:p>
            <a:pPr>
              <a:lnSpc>
                <a:spcPct val="100000"/>
              </a:lnSpc>
            </a:pPr>
            <a:r>
              <a:rPr lang="en-GB" sz="800">
                <a:solidFill>
                  <a:schemeClr val="tx1">
                    <a:lumMod val="65000"/>
                    <a:lumOff val="35000"/>
                  </a:schemeClr>
                </a:solidFill>
              </a:rPr>
              <a:t>Email: enquirepy@eca.edu.au</a:t>
            </a:r>
            <a:endParaRPr lang="en-AU" sz="800">
              <a:solidFill>
                <a:schemeClr val="tx1">
                  <a:lumMod val="65000"/>
                  <a:lumOff val="35000"/>
                </a:schemeClr>
              </a:solidFill>
            </a:endParaRPr>
          </a:p>
        </p:txBody>
      </p:sp>
      <p:sp>
        <p:nvSpPr>
          <p:cNvPr id="4" name="TextBox 3"/>
          <p:cNvSpPr txBox="1"/>
          <p:nvPr/>
        </p:nvSpPr>
        <p:spPr>
          <a:xfrm>
            <a:off x="3988751" y="3936434"/>
            <a:ext cx="1562361" cy="707886"/>
          </a:xfrm>
          <a:prstGeom prst="rect">
            <a:avLst/>
          </a:prstGeom>
          <a:noFill/>
        </p:spPr>
        <p:txBody>
          <a:bodyPr wrap="square" numCol="1" rtlCol="0" anchor="ctr">
            <a:spAutoFit/>
          </a:bodyPr>
          <a:lstStyle/>
          <a:p>
            <a:pPr>
              <a:lnSpc>
                <a:spcPct val="100000"/>
              </a:lnSpc>
            </a:pPr>
            <a:r>
              <a:rPr lang="en-US" sz="800" b="1">
                <a:solidFill>
                  <a:srgbClr val="182958"/>
                </a:solidFill>
              </a:rPr>
              <a:t>Brisbane</a:t>
            </a:r>
            <a:endParaRPr lang="en-AU" sz="800" b="1">
              <a:solidFill>
                <a:srgbClr val="182958"/>
              </a:solidFill>
            </a:endParaRPr>
          </a:p>
          <a:p>
            <a:pPr>
              <a:lnSpc>
                <a:spcPct val="100000"/>
              </a:lnSpc>
            </a:pPr>
            <a:r>
              <a:rPr lang="en-US" sz="800">
                <a:solidFill>
                  <a:schemeClr val="tx1">
                    <a:lumMod val="65000"/>
                    <a:lumOff val="35000"/>
                  </a:schemeClr>
                </a:solidFill>
              </a:rPr>
              <a:t>Level 1, 126 Margaret Street</a:t>
            </a:r>
            <a:endParaRPr lang="en-AU" sz="800">
              <a:solidFill>
                <a:schemeClr val="tx1">
                  <a:lumMod val="65000"/>
                  <a:lumOff val="35000"/>
                </a:schemeClr>
              </a:solidFill>
            </a:endParaRPr>
          </a:p>
          <a:p>
            <a:pPr>
              <a:lnSpc>
                <a:spcPct val="100000"/>
              </a:lnSpc>
            </a:pPr>
            <a:r>
              <a:rPr lang="en-US" sz="800">
                <a:solidFill>
                  <a:schemeClr val="tx1">
                    <a:lumMod val="65000"/>
                    <a:lumOff val="35000"/>
                  </a:schemeClr>
                </a:solidFill>
              </a:rPr>
              <a:t>Brisbane, QLD 4000</a:t>
            </a:r>
            <a:endParaRPr lang="en-AU" sz="800">
              <a:solidFill>
                <a:schemeClr val="tx1">
                  <a:lumMod val="65000"/>
                  <a:lumOff val="35000"/>
                </a:schemeClr>
              </a:solidFill>
            </a:endParaRPr>
          </a:p>
          <a:p>
            <a:pPr>
              <a:lnSpc>
                <a:spcPct val="100000"/>
              </a:lnSpc>
            </a:pPr>
            <a:r>
              <a:rPr lang="en-GB" sz="800">
                <a:solidFill>
                  <a:schemeClr val="tx1">
                    <a:lumMod val="65000"/>
                    <a:lumOff val="35000"/>
                  </a:schemeClr>
                </a:solidFill>
              </a:rPr>
              <a:t>Phone:+61 </a:t>
            </a:r>
            <a:r>
              <a:rPr lang="en-US" sz="800">
                <a:solidFill>
                  <a:schemeClr val="tx1">
                    <a:lumMod val="65000"/>
                    <a:lumOff val="35000"/>
                  </a:schemeClr>
                </a:solidFill>
              </a:rPr>
              <a:t>7 3210 7450</a:t>
            </a:r>
            <a:endParaRPr lang="en-AU" sz="800">
              <a:solidFill>
                <a:srgbClr val="FF0000"/>
              </a:solidFill>
            </a:endParaRPr>
          </a:p>
          <a:p>
            <a:pPr>
              <a:lnSpc>
                <a:spcPct val="100000"/>
              </a:lnSpc>
            </a:pPr>
            <a:r>
              <a:rPr lang="en-GB" sz="800">
                <a:solidFill>
                  <a:schemeClr val="tx1">
                    <a:lumMod val="65000"/>
                    <a:lumOff val="35000"/>
                  </a:schemeClr>
                </a:solidFill>
              </a:rPr>
              <a:t>Email: enquirepy@eca.edu.au</a:t>
            </a:r>
            <a:endParaRPr lang="en-AU" sz="800">
              <a:solidFill>
                <a:schemeClr val="tx1">
                  <a:lumMod val="65000"/>
                  <a:lumOff val="35000"/>
                </a:schemeClr>
              </a:solidFill>
            </a:endParaRPr>
          </a:p>
        </p:txBody>
      </p:sp>
      <p:pic>
        <p:nvPicPr>
          <p:cNvPr id="5" name="Picture 4">
            <a:extLst>
              <a:ext uri="{FF2B5EF4-FFF2-40B4-BE49-F238E27FC236}">
                <a16:creationId xmlns:a16="http://schemas.microsoft.com/office/drawing/2014/main" id="{96D367A1-47D4-492F-B00A-EEEB7052819A}"/>
              </a:ext>
            </a:extLst>
          </p:cNvPr>
          <p:cNvPicPr>
            <a:picLocks noChangeAspect="1"/>
          </p:cNvPicPr>
          <p:nvPr/>
        </p:nvPicPr>
        <p:blipFill>
          <a:blip r:embed="rId2"/>
          <a:stretch>
            <a:fillRect/>
          </a:stretch>
        </p:blipFill>
        <p:spPr>
          <a:xfrm>
            <a:off x="0" y="0"/>
            <a:ext cx="9144000" cy="37623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CCE97650-B81D-4D65-9B48-21FABB84C003}"/>
              </a:ext>
            </a:extLst>
          </p:cNvPr>
          <p:cNvSpPr>
            <a:spLocks noGrp="1"/>
          </p:cNvSpPr>
          <p:nvPr>
            <p:ph type="title"/>
          </p:nvPr>
        </p:nvSpPr>
        <p:spPr>
          <a:xfrm>
            <a:off x="833438" y="495300"/>
            <a:ext cx="7366000" cy="449263"/>
          </a:xfrm>
        </p:spPr>
        <p:txBody>
          <a:bodyPr anchor="t">
            <a:normAutofit/>
          </a:bodyPr>
          <a:lstStyle/>
          <a:p>
            <a:pPr algn="ctr"/>
            <a:r>
              <a:rPr lang="en-US" dirty="0">
                <a:latin typeface="Arial"/>
                <a:cs typeface="Arial"/>
              </a:rPr>
              <a:t>Emotional Intelligence</a:t>
            </a:r>
            <a:r>
              <a:rPr lang="en-US" i="1" dirty="0">
                <a:latin typeface="Arial"/>
                <a:cs typeface="Arial"/>
              </a:rPr>
              <a:t> </a:t>
            </a:r>
            <a:endParaRPr lang="en-US" dirty="0"/>
          </a:p>
        </p:txBody>
      </p:sp>
      <p:sp>
        <p:nvSpPr>
          <p:cNvPr id="2" name="TextBox 1">
            <a:extLst>
              <a:ext uri="{FF2B5EF4-FFF2-40B4-BE49-F238E27FC236}">
                <a16:creationId xmlns:a16="http://schemas.microsoft.com/office/drawing/2014/main" id="{1AD8CE33-1564-4396-B86F-C9E69B2C4D00}"/>
              </a:ext>
            </a:extLst>
          </p:cNvPr>
          <p:cNvSpPr txBox="1"/>
          <p:nvPr/>
        </p:nvSpPr>
        <p:spPr>
          <a:xfrm>
            <a:off x="833437" y="1279587"/>
            <a:ext cx="4319134"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600" b="1" dirty="0">
                <a:latin typeface="Verdana" panose="020B0604030504040204" pitchFamily="34" charset="0"/>
                <a:ea typeface="Verdana" panose="020B0604030504040204" pitchFamily="34" charset="0"/>
                <a:cs typeface="Times New Roman"/>
              </a:rPr>
              <a:t>Learning Objectives</a:t>
            </a:r>
            <a:r>
              <a:rPr lang="en-AU" sz="1600" b="1" dirty="0" smtClean="0">
                <a:latin typeface="Verdana" panose="020B0604030504040204" pitchFamily="34" charset="0"/>
                <a:ea typeface="Verdana" panose="020B0604030504040204" pitchFamily="34" charset="0"/>
                <a:cs typeface="Times New Roman"/>
              </a:rPr>
              <a:t>:</a:t>
            </a:r>
          </a:p>
          <a:p>
            <a:endParaRPr lang="en-AU" sz="1600" dirty="0">
              <a:latin typeface="Verdana" panose="020B0604030504040204" pitchFamily="34" charset="0"/>
              <a:ea typeface="Verdana" panose="020B0604030504040204" pitchFamily="34" charset="0"/>
              <a:cs typeface="+mn-lt"/>
            </a:endParaRPr>
          </a:p>
          <a:p>
            <a:pPr marL="342900" indent="-342900">
              <a:buFont typeface="Symbol,Sans-Serif"/>
              <a:buChar char=""/>
            </a:pPr>
            <a:r>
              <a:rPr lang="en-US" sz="1600" b="1" dirty="0">
                <a:cs typeface="Calibri"/>
              </a:rPr>
              <a:t>To understand what Emotional Intelligence is (EI</a:t>
            </a:r>
            <a:r>
              <a:rPr lang="en-US" sz="1600" b="1" dirty="0" smtClean="0">
                <a:cs typeface="Calibri"/>
              </a:rPr>
              <a:t>)</a:t>
            </a:r>
            <a:endParaRPr lang="en-AU" sz="1600" dirty="0">
              <a:ea typeface="+mn-lt"/>
              <a:cs typeface="+mn-lt"/>
            </a:endParaRPr>
          </a:p>
          <a:p>
            <a:pPr marL="342900" indent="-342900">
              <a:buFont typeface="Symbol,Sans-Serif"/>
              <a:buChar char=""/>
            </a:pPr>
            <a:r>
              <a:rPr lang="en-US" sz="1600" b="1" dirty="0">
                <a:cs typeface="Calibri"/>
              </a:rPr>
              <a:t>To define and its five </a:t>
            </a:r>
            <a:r>
              <a:rPr lang="en-US" sz="1600" b="1" dirty="0" smtClean="0">
                <a:cs typeface="Calibri"/>
              </a:rPr>
              <a:t>elements</a:t>
            </a:r>
            <a:endParaRPr lang="en-AU" sz="1600" dirty="0">
              <a:ea typeface="+mn-lt"/>
              <a:cs typeface="Calibri"/>
            </a:endParaRPr>
          </a:p>
          <a:p>
            <a:pPr marL="342900" indent="-342900">
              <a:buFont typeface="Symbol,Sans-Serif"/>
              <a:buChar char=""/>
            </a:pPr>
            <a:r>
              <a:rPr lang="en-US" sz="1600" b="1" dirty="0">
                <a:cs typeface="Calibri"/>
              </a:rPr>
              <a:t>To self-reflect on own EI</a:t>
            </a:r>
            <a:endParaRPr lang="en-AU" sz="1600" dirty="0">
              <a:ea typeface="+mn-lt"/>
              <a:cs typeface="+mn-lt"/>
            </a:endParaRPr>
          </a:p>
          <a:p>
            <a:pPr marL="342900" indent="-342900">
              <a:buFont typeface="Symbol,Sans-Serif"/>
              <a:buChar char=""/>
            </a:pPr>
            <a:r>
              <a:rPr lang="en-US" sz="1600" b="1" dirty="0">
                <a:cs typeface="Calibri"/>
              </a:rPr>
              <a:t>Complete the quiz and discuss answers</a:t>
            </a:r>
            <a:endParaRPr lang="en-AU" sz="1600" dirty="0">
              <a:ea typeface="+mn-lt"/>
              <a:cs typeface="+mn-lt"/>
            </a:endParaRPr>
          </a:p>
          <a:p>
            <a:pPr marL="342900" indent="-342900">
              <a:buFont typeface="Symbol,Sans-Serif"/>
              <a:buChar char=""/>
            </a:pPr>
            <a:r>
              <a:rPr lang="en-US" sz="1600" b="1" dirty="0">
                <a:cs typeface="Calibri"/>
              </a:rPr>
              <a:t>Understand ways to Increase your EI</a:t>
            </a:r>
            <a:r>
              <a:rPr lang="en-US" b="1" dirty="0">
                <a:latin typeface="Calibri"/>
                <a:cs typeface="Calibri"/>
              </a:rPr>
              <a:t> </a:t>
            </a:r>
            <a:endParaRPr lang="en-US" dirty="0"/>
          </a:p>
        </p:txBody>
      </p:sp>
      <p:pic>
        <p:nvPicPr>
          <p:cNvPr id="3" name="Picture 5" descr="A picture containing device&#10;&#10;Description generated with very high confidence">
            <a:extLst>
              <a:ext uri="{FF2B5EF4-FFF2-40B4-BE49-F238E27FC236}">
                <a16:creationId xmlns:a16="http://schemas.microsoft.com/office/drawing/2014/main" id="{CE243BEB-A7AD-48D7-9A1E-82227447D8F7}"/>
              </a:ext>
            </a:extLst>
          </p:cNvPr>
          <p:cNvPicPr>
            <a:picLocks noChangeAspect="1"/>
          </p:cNvPicPr>
          <p:nvPr/>
        </p:nvPicPr>
        <p:blipFill>
          <a:blip r:embed="rId2"/>
          <a:stretch>
            <a:fillRect/>
          </a:stretch>
        </p:blipFill>
        <p:spPr>
          <a:xfrm>
            <a:off x="4606056" y="2162629"/>
            <a:ext cx="4093807" cy="2547257"/>
          </a:xfrm>
          <a:prstGeom prst="rect">
            <a:avLst/>
          </a:prstGeom>
        </p:spPr>
      </p:pic>
    </p:spTree>
    <p:extLst>
      <p:ext uri="{BB962C8B-B14F-4D97-AF65-F5344CB8AC3E}">
        <p14:creationId xmlns:p14="http://schemas.microsoft.com/office/powerpoint/2010/main" val="2605469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a:spLocks noGrp="1"/>
          </p:cNvSpPr>
          <p:nvPr/>
        </p:nvSpPr>
        <p:spPr>
          <a:xfrm>
            <a:off x="5385325" y="1819648"/>
            <a:ext cx="3314538" cy="2238984"/>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1000"/>
              </a:spcBef>
              <a:buClr>
                <a:schemeClr val="accent1"/>
              </a:buClr>
              <a:buSzPct val="80000"/>
              <a:buFont typeface="Corbel" panose="020B0503020204020204" pitchFamily="34" charset="0"/>
              <a:buNone/>
              <a:defRPr sz="1800" kern="1200">
                <a:solidFill>
                  <a:srgbClr val="FFFFFF"/>
                </a:solidFill>
                <a:latin typeface="+mn-lt"/>
                <a:ea typeface="+mn-ea"/>
                <a:cs typeface="+mn-cs"/>
              </a:defRPr>
            </a:lvl1pPr>
            <a:lvl2pPr marL="3429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800" kern="1200">
                <a:solidFill>
                  <a:schemeClr val="accent1"/>
                </a:solidFill>
                <a:latin typeface="+mn-lt"/>
                <a:ea typeface="+mn-ea"/>
                <a:cs typeface="+mn-cs"/>
              </a:defRPr>
            </a:lvl2pPr>
            <a:lvl3pPr marL="6858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800" kern="1200">
                <a:solidFill>
                  <a:schemeClr val="accent1"/>
                </a:solidFill>
                <a:latin typeface="+mn-lt"/>
                <a:ea typeface="+mn-ea"/>
                <a:cs typeface="+mn-cs"/>
              </a:defRPr>
            </a:lvl3pPr>
            <a:lvl4pPr marL="10287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4pPr>
            <a:lvl5pPr marL="13716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5pPr>
            <a:lvl6pPr marL="17145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6pPr>
            <a:lvl7pPr marL="20574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7pPr>
            <a:lvl8pPr marL="24003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8pPr>
            <a:lvl9pPr marL="27432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9pPr>
          </a:lstStyle>
          <a:p>
            <a:pPr marL="512445" algn="l" fontAlgn="auto">
              <a:spcBef>
                <a:spcPts val="600"/>
              </a:spcBef>
              <a:spcAft>
                <a:spcPts val="0"/>
              </a:spcAft>
              <a:defRPr/>
            </a:pPr>
            <a:endParaRPr lang="en-US" sz="2000" b="1" dirty="0">
              <a:solidFill>
                <a:srgbClr val="595959"/>
              </a:solidFill>
              <a:latin typeface="+mj-lt"/>
              <a:ea typeface="+mn-ea"/>
              <a:cs typeface="+mn-cs"/>
            </a:endParaRPr>
          </a:p>
        </p:txBody>
      </p:sp>
      <p:sp>
        <p:nvSpPr>
          <p:cNvPr id="5" name="Title 3">
            <a:extLst>
              <a:ext uri="{FF2B5EF4-FFF2-40B4-BE49-F238E27FC236}">
                <a16:creationId xmlns:a16="http://schemas.microsoft.com/office/drawing/2014/main" id="{CCE97650-B81D-4D65-9B48-21FABB84C003}"/>
              </a:ext>
            </a:extLst>
          </p:cNvPr>
          <p:cNvSpPr>
            <a:spLocks noGrp="1"/>
          </p:cNvSpPr>
          <p:nvPr>
            <p:ph type="title"/>
          </p:nvPr>
        </p:nvSpPr>
        <p:spPr>
          <a:xfrm>
            <a:off x="833438" y="495300"/>
            <a:ext cx="7366000" cy="449263"/>
          </a:xfrm>
        </p:spPr>
        <p:txBody>
          <a:bodyPr anchor="t">
            <a:normAutofit/>
          </a:bodyPr>
          <a:lstStyle/>
          <a:p>
            <a:pPr algn="ctr"/>
            <a:r>
              <a:rPr lang="en-US" dirty="0">
                <a:latin typeface="Arial"/>
                <a:cs typeface="Arial"/>
              </a:rPr>
              <a:t>Emotional Intelligence</a:t>
            </a:r>
            <a:r>
              <a:rPr lang="en-US" i="1" dirty="0">
                <a:latin typeface="Arial"/>
                <a:cs typeface="Arial"/>
              </a:rPr>
              <a:t> </a:t>
            </a:r>
            <a:endParaRPr lang="en-US" dirty="0"/>
          </a:p>
        </p:txBody>
      </p:sp>
      <p:sp>
        <p:nvSpPr>
          <p:cNvPr id="2" name="TextBox 1">
            <a:extLst>
              <a:ext uri="{FF2B5EF4-FFF2-40B4-BE49-F238E27FC236}">
                <a16:creationId xmlns:a16="http://schemas.microsoft.com/office/drawing/2014/main" id="{1AD8CE33-1564-4396-B86F-C9E69B2C4D00}"/>
              </a:ext>
            </a:extLst>
          </p:cNvPr>
          <p:cNvSpPr txBox="1"/>
          <p:nvPr/>
        </p:nvSpPr>
        <p:spPr>
          <a:xfrm>
            <a:off x="2131720" y="1201660"/>
            <a:ext cx="476943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latin typeface="Calibri"/>
                <a:cs typeface="Calibri"/>
              </a:rPr>
              <a:t>1. What do you think Emotional Intelligence is?</a:t>
            </a:r>
            <a:endParaRPr lang="en-AU" dirty="0">
              <a:ea typeface="+mn-lt"/>
              <a:cs typeface="+mn-lt"/>
            </a:endParaRPr>
          </a:p>
          <a:p>
            <a:pPr algn="ctr"/>
            <a:endParaRPr lang="en-US" b="1" dirty="0">
              <a:latin typeface="Calibri"/>
              <a:cs typeface="Calibri"/>
            </a:endParaRPr>
          </a:p>
          <a:p>
            <a:pPr algn="ctr"/>
            <a:endParaRPr lang="en-US" b="1" dirty="0">
              <a:latin typeface="Calibri"/>
              <a:cs typeface="Calibri"/>
            </a:endParaRPr>
          </a:p>
          <a:p>
            <a:pPr algn="ctr"/>
            <a:endParaRPr lang="en-US" b="1" dirty="0">
              <a:latin typeface="Calibri"/>
              <a:cs typeface="Calibri"/>
            </a:endParaRPr>
          </a:p>
          <a:p>
            <a:pPr algn="ctr"/>
            <a:endParaRPr lang="en-US" b="1" dirty="0">
              <a:latin typeface="Calibri"/>
              <a:cs typeface="Calibri"/>
            </a:endParaRPr>
          </a:p>
          <a:p>
            <a:pPr algn="ctr"/>
            <a:endParaRPr lang="en-US" b="1" dirty="0">
              <a:latin typeface="Calibri"/>
              <a:cs typeface="Calibri"/>
            </a:endParaRPr>
          </a:p>
          <a:p>
            <a:pPr algn="ctr"/>
            <a:endParaRPr lang="en-US" b="1" dirty="0">
              <a:latin typeface="Calibri"/>
              <a:cs typeface="Calibri"/>
            </a:endParaRPr>
          </a:p>
          <a:p>
            <a:pPr algn="ctr"/>
            <a:endParaRPr lang="en-US" b="1" dirty="0">
              <a:latin typeface="Calibri"/>
              <a:cs typeface="Calibri"/>
            </a:endParaRPr>
          </a:p>
          <a:p>
            <a:pPr algn="ctr"/>
            <a:endParaRPr lang="en-US" b="1" dirty="0">
              <a:latin typeface="Calibri"/>
              <a:cs typeface="Calibri"/>
            </a:endParaRPr>
          </a:p>
          <a:p>
            <a:pPr algn="ctr"/>
            <a:endParaRPr lang="en-US" b="1" dirty="0">
              <a:latin typeface="Calibri"/>
              <a:cs typeface="Calibri"/>
            </a:endParaRPr>
          </a:p>
          <a:p>
            <a:pPr algn="ctr"/>
            <a:r>
              <a:rPr lang="en-US" b="1" dirty="0">
                <a:latin typeface="Calibri"/>
                <a:cs typeface="Calibri"/>
              </a:rPr>
              <a:t>2. What is more important IQ or EI? </a:t>
            </a:r>
            <a:endParaRPr lang="en-US" dirty="0"/>
          </a:p>
        </p:txBody>
      </p:sp>
      <p:pic>
        <p:nvPicPr>
          <p:cNvPr id="3" name="Picture 5" descr="A picture containing food&#10;&#10;Description generated with very high confidence">
            <a:extLst>
              <a:ext uri="{FF2B5EF4-FFF2-40B4-BE49-F238E27FC236}">
                <a16:creationId xmlns:a16="http://schemas.microsoft.com/office/drawing/2014/main" id="{769AD0AA-2EF5-45D4-AC3B-EC05F47D5DC9}"/>
              </a:ext>
            </a:extLst>
          </p:cNvPr>
          <p:cNvPicPr>
            <a:picLocks noChangeAspect="1"/>
          </p:cNvPicPr>
          <p:nvPr/>
        </p:nvPicPr>
        <p:blipFill>
          <a:blip r:embed="rId2"/>
          <a:stretch>
            <a:fillRect/>
          </a:stretch>
        </p:blipFill>
        <p:spPr>
          <a:xfrm>
            <a:off x="3144838" y="1742620"/>
            <a:ext cx="2743200" cy="2057400"/>
          </a:xfrm>
          <a:prstGeom prst="rect">
            <a:avLst/>
          </a:prstGeom>
        </p:spPr>
      </p:pic>
    </p:spTree>
    <p:extLst>
      <p:ext uri="{BB962C8B-B14F-4D97-AF65-F5344CB8AC3E}">
        <p14:creationId xmlns:p14="http://schemas.microsoft.com/office/powerpoint/2010/main" val="3353781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CCE97650-B81D-4D65-9B48-21FABB84C003}"/>
              </a:ext>
            </a:extLst>
          </p:cNvPr>
          <p:cNvSpPr>
            <a:spLocks noGrp="1"/>
          </p:cNvSpPr>
          <p:nvPr>
            <p:ph type="title"/>
          </p:nvPr>
        </p:nvSpPr>
        <p:spPr>
          <a:xfrm>
            <a:off x="833438" y="495300"/>
            <a:ext cx="7366000" cy="449263"/>
          </a:xfrm>
        </p:spPr>
        <p:txBody>
          <a:bodyPr anchor="t">
            <a:normAutofit/>
          </a:bodyPr>
          <a:lstStyle/>
          <a:p>
            <a:pPr algn="ctr"/>
            <a:r>
              <a:rPr lang="en-US" dirty="0">
                <a:latin typeface="Arial"/>
                <a:cs typeface="Arial"/>
              </a:rPr>
              <a:t>Emotional Intelligence</a:t>
            </a:r>
            <a:r>
              <a:rPr lang="en-US" i="1" dirty="0">
                <a:latin typeface="Arial"/>
                <a:cs typeface="Arial"/>
              </a:rPr>
              <a:t> </a:t>
            </a:r>
            <a:endParaRPr lang="en-US" dirty="0"/>
          </a:p>
        </p:txBody>
      </p:sp>
      <p:sp>
        <p:nvSpPr>
          <p:cNvPr id="2" name="TextBox 1">
            <a:extLst>
              <a:ext uri="{FF2B5EF4-FFF2-40B4-BE49-F238E27FC236}">
                <a16:creationId xmlns:a16="http://schemas.microsoft.com/office/drawing/2014/main" id="{1AD8CE33-1564-4396-B86F-C9E69B2C4D00}"/>
              </a:ext>
            </a:extLst>
          </p:cNvPr>
          <p:cNvSpPr txBox="1"/>
          <p:nvPr/>
        </p:nvSpPr>
        <p:spPr>
          <a:xfrm>
            <a:off x="833437" y="1148959"/>
            <a:ext cx="7417933"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dirty="0">
                <a:solidFill>
                  <a:srgbClr val="1D2129"/>
                </a:solidFill>
                <a:latin typeface="Verdana" panose="020B0604030504040204" pitchFamily="34" charset="0"/>
                <a:ea typeface="Verdana" panose="020B0604030504040204" pitchFamily="34" charset="0"/>
                <a:cs typeface="Segoe UI"/>
              </a:rPr>
              <a:t>"In the last decade or so, science has discovered a tremendous amount about the role emotions play in our lives. Researchers have found that even more than IQ,</a:t>
            </a:r>
            <a:r>
              <a:rPr lang="en-AU" sz="1600" b="1" dirty="0">
                <a:latin typeface="Verdana" panose="020B0604030504040204" pitchFamily="34" charset="0"/>
                <a:ea typeface="Verdana" panose="020B0604030504040204" pitchFamily="34" charset="0"/>
                <a:cs typeface="Segoe UI"/>
              </a:rPr>
              <a:t>​</a:t>
            </a:r>
          </a:p>
          <a:p>
            <a:r>
              <a:rPr lang="en-US" sz="1600" b="1" i="1" dirty="0">
                <a:solidFill>
                  <a:srgbClr val="1D2129"/>
                </a:solidFill>
                <a:latin typeface="Verdana" panose="020B0604030504040204" pitchFamily="34" charset="0"/>
                <a:ea typeface="Verdana" panose="020B0604030504040204" pitchFamily="34" charset="0"/>
                <a:cs typeface="Segoe UI"/>
              </a:rPr>
              <a:t>your emotional awareness and abilities to handle feelings will determine your success and happiness in all walks of life, including family relationships."</a:t>
            </a:r>
            <a:r>
              <a:rPr lang="en-AU" sz="1600" b="1" dirty="0" smtClean="0">
                <a:latin typeface="Verdana" panose="020B0604030504040204" pitchFamily="34" charset="0"/>
                <a:ea typeface="Verdana" panose="020B0604030504040204" pitchFamily="34" charset="0"/>
                <a:cs typeface="Segoe UI"/>
              </a:rPr>
              <a:t>​</a:t>
            </a:r>
          </a:p>
          <a:p>
            <a:endParaRPr lang="en-AU" sz="1600" b="1" dirty="0">
              <a:latin typeface="Verdana" panose="020B0604030504040204" pitchFamily="34" charset="0"/>
              <a:ea typeface="Verdana" panose="020B0604030504040204" pitchFamily="34" charset="0"/>
              <a:cs typeface="Segoe UI"/>
            </a:endParaRPr>
          </a:p>
          <a:p>
            <a:r>
              <a:rPr lang="en-US" sz="1600" b="1" dirty="0">
                <a:solidFill>
                  <a:srgbClr val="1D2129"/>
                </a:solidFill>
                <a:latin typeface="Verdana" panose="020B0604030504040204" pitchFamily="34" charset="0"/>
                <a:ea typeface="Verdana" panose="020B0604030504040204" pitchFamily="34" charset="0"/>
                <a:cs typeface="Segoe UI"/>
              </a:rPr>
              <a:t>-John Gottman</a:t>
            </a:r>
          </a:p>
        </p:txBody>
      </p:sp>
      <p:pic>
        <p:nvPicPr>
          <p:cNvPr id="3" name="Picture 5" descr="A picture containing white&#10;&#10;Description generated with very high confidence">
            <a:extLst>
              <a:ext uri="{FF2B5EF4-FFF2-40B4-BE49-F238E27FC236}">
                <a16:creationId xmlns:a16="http://schemas.microsoft.com/office/drawing/2014/main" id="{8F5DC9BB-93EA-4001-AF67-119CC1CB811C}"/>
              </a:ext>
            </a:extLst>
          </p:cNvPr>
          <p:cNvPicPr>
            <a:picLocks noChangeAspect="1"/>
          </p:cNvPicPr>
          <p:nvPr/>
        </p:nvPicPr>
        <p:blipFill>
          <a:blip r:embed="rId2"/>
          <a:stretch>
            <a:fillRect/>
          </a:stretch>
        </p:blipFill>
        <p:spPr>
          <a:xfrm>
            <a:off x="6131152" y="2633068"/>
            <a:ext cx="2068286" cy="2028567"/>
          </a:xfrm>
          <a:prstGeom prst="rect">
            <a:avLst/>
          </a:prstGeom>
        </p:spPr>
      </p:pic>
    </p:spTree>
    <p:extLst>
      <p:ext uri="{BB962C8B-B14F-4D97-AF65-F5344CB8AC3E}">
        <p14:creationId xmlns:p14="http://schemas.microsoft.com/office/powerpoint/2010/main" val="2668804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CCE97650-B81D-4D65-9B48-21FABB84C003}"/>
              </a:ext>
            </a:extLst>
          </p:cNvPr>
          <p:cNvSpPr>
            <a:spLocks noGrp="1"/>
          </p:cNvSpPr>
          <p:nvPr>
            <p:ph type="title"/>
          </p:nvPr>
        </p:nvSpPr>
        <p:spPr>
          <a:xfrm>
            <a:off x="833438" y="495300"/>
            <a:ext cx="7366000" cy="449263"/>
          </a:xfrm>
        </p:spPr>
        <p:txBody>
          <a:bodyPr anchor="t">
            <a:normAutofit/>
          </a:bodyPr>
          <a:lstStyle/>
          <a:p>
            <a:pPr algn="ctr"/>
            <a:r>
              <a:rPr lang="en-US" dirty="0">
                <a:latin typeface="Arial"/>
                <a:cs typeface="Arial"/>
              </a:rPr>
              <a:t>Emotional Intelligence </a:t>
            </a:r>
            <a:endParaRPr lang="en-US" dirty="0"/>
          </a:p>
        </p:txBody>
      </p:sp>
      <p:sp>
        <p:nvSpPr>
          <p:cNvPr id="2" name="TextBox 1">
            <a:extLst>
              <a:ext uri="{FF2B5EF4-FFF2-40B4-BE49-F238E27FC236}">
                <a16:creationId xmlns:a16="http://schemas.microsoft.com/office/drawing/2014/main" id="{1AD8CE33-1564-4396-B86F-C9E69B2C4D00}"/>
              </a:ext>
            </a:extLst>
          </p:cNvPr>
          <p:cNvSpPr txBox="1"/>
          <p:nvPr/>
        </p:nvSpPr>
        <p:spPr>
          <a:xfrm>
            <a:off x="1072162" y="993731"/>
            <a:ext cx="706192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latin typeface="Verdana" panose="020B0604030504040204" pitchFamily="34" charset="0"/>
                <a:ea typeface="Verdana" panose="020B0604030504040204" pitchFamily="34" charset="0"/>
                <a:cs typeface="+mn-lt"/>
              </a:rPr>
              <a:t>Daniel Goleman Introduces Emotional Intelligence – 5min</a:t>
            </a:r>
          </a:p>
          <a:p>
            <a:pPr algn="ctr"/>
            <a:r>
              <a:rPr lang="en-US" sz="1600" b="1" u="sng" dirty="0">
                <a:latin typeface="Verdana" panose="020B0604030504040204" pitchFamily="34" charset="0"/>
                <a:ea typeface="Verdana" panose="020B0604030504040204" pitchFamily="34" charset="0"/>
                <a:cs typeface="+mn-lt"/>
                <a:hlinkClick r:id="rId2"/>
              </a:rPr>
              <a:t>https://www.youtube.com/watch?v=Y7m9eNoB3NU</a:t>
            </a:r>
            <a:endParaRPr lang="en-US" sz="1600" dirty="0">
              <a:latin typeface="Verdana" panose="020B0604030504040204" pitchFamily="34" charset="0"/>
              <a:ea typeface="Verdana" panose="020B0604030504040204" pitchFamily="34" charset="0"/>
              <a:cs typeface="+mn-lt"/>
            </a:endParaRPr>
          </a:p>
          <a:p>
            <a:endParaRPr lang="en-US" b="1" dirty="0">
              <a:latin typeface="Calibri"/>
              <a:cs typeface="Calibri"/>
            </a:endParaRPr>
          </a:p>
        </p:txBody>
      </p:sp>
      <p:pic>
        <p:nvPicPr>
          <p:cNvPr id="3" name="Picture 5" descr="A close up of a sign&#10;&#10;Description generated with very high confidence">
            <a:extLst>
              <a:ext uri="{FF2B5EF4-FFF2-40B4-BE49-F238E27FC236}">
                <a16:creationId xmlns:a16="http://schemas.microsoft.com/office/drawing/2014/main" id="{94CF8536-F5C7-4A7B-AB51-4426EA2C6EE6}"/>
              </a:ext>
            </a:extLst>
          </p:cNvPr>
          <p:cNvPicPr>
            <a:picLocks noChangeAspect="1"/>
          </p:cNvPicPr>
          <p:nvPr/>
        </p:nvPicPr>
        <p:blipFill>
          <a:blip r:embed="rId3"/>
          <a:stretch>
            <a:fillRect/>
          </a:stretch>
        </p:blipFill>
        <p:spPr>
          <a:xfrm>
            <a:off x="2408098" y="1668956"/>
            <a:ext cx="4217673" cy="3159087"/>
          </a:xfrm>
          <a:prstGeom prst="rect">
            <a:avLst/>
          </a:prstGeom>
        </p:spPr>
      </p:pic>
    </p:spTree>
    <p:extLst>
      <p:ext uri="{BB962C8B-B14F-4D97-AF65-F5344CB8AC3E}">
        <p14:creationId xmlns:p14="http://schemas.microsoft.com/office/powerpoint/2010/main" val="3032962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a:spLocks noGrp="1"/>
          </p:cNvSpPr>
          <p:nvPr/>
        </p:nvSpPr>
        <p:spPr>
          <a:xfrm>
            <a:off x="5385325" y="1819648"/>
            <a:ext cx="3314538" cy="2238984"/>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1000"/>
              </a:spcBef>
              <a:buClr>
                <a:schemeClr val="accent1"/>
              </a:buClr>
              <a:buSzPct val="80000"/>
              <a:buFont typeface="Corbel" panose="020B0503020204020204" pitchFamily="34" charset="0"/>
              <a:buNone/>
              <a:defRPr sz="1800" kern="1200">
                <a:solidFill>
                  <a:srgbClr val="FFFFFF"/>
                </a:solidFill>
                <a:latin typeface="+mn-lt"/>
                <a:ea typeface="+mn-ea"/>
                <a:cs typeface="+mn-cs"/>
              </a:defRPr>
            </a:lvl1pPr>
            <a:lvl2pPr marL="3429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800" kern="1200">
                <a:solidFill>
                  <a:schemeClr val="accent1"/>
                </a:solidFill>
                <a:latin typeface="+mn-lt"/>
                <a:ea typeface="+mn-ea"/>
                <a:cs typeface="+mn-cs"/>
              </a:defRPr>
            </a:lvl2pPr>
            <a:lvl3pPr marL="6858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800" kern="1200">
                <a:solidFill>
                  <a:schemeClr val="accent1"/>
                </a:solidFill>
                <a:latin typeface="+mn-lt"/>
                <a:ea typeface="+mn-ea"/>
                <a:cs typeface="+mn-cs"/>
              </a:defRPr>
            </a:lvl3pPr>
            <a:lvl4pPr marL="10287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4pPr>
            <a:lvl5pPr marL="13716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5pPr>
            <a:lvl6pPr marL="17145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6pPr>
            <a:lvl7pPr marL="20574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7pPr>
            <a:lvl8pPr marL="24003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8pPr>
            <a:lvl9pPr marL="27432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9pPr>
          </a:lstStyle>
          <a:p>
            <a:pPr marL="512445" algn="l" fontAlgn="auto">
              <a:spcBef>
                <a:spcPts val="600"/>
              </a:spcBef>
              <a:spcAft>
                <a:spcPts val="0"/>
              </a:spcAft>
              <a:defRPr/>
            </a:pPr>
            <a:endParaRPr lang="en-US" sz="2000" b="1" dirty="0">
              <a:solidFill>
                <a:srgbClr val="595959"/>
              </a:solidFill>
              <a:latin typeface="+mj-lt"/>
              <a:ea typeface="+mn-ea"/>
              <a:cs typeface="+mn-cs"/>
            </a:endParaRPr>
          </a:p>
        </p:txBody>
      </p:sp>
      <p:sp>
        <p:nvSpPr>
          <p:cNvPr id="5" name="Title 3">
            <a:extLst>
              <a:ext uri="{FF2B5EF4-FFF2-40B4-BE49-F238E27FC236}">
                <a16:creationId xmlns:a16="http://schemas.microsoft.com/office/drawing/2014/main" id="{CCE97650-B81D-4D65-9B48-21FABB84C003}"/>
              </a:ext>
            </a:extLst>
          </p:cNvPr>
          <p:cNvSpPr>
            <a:spLocks noGrp="1"/>
          </p:cNvSpPr>
          <p:nvPr>
            <p:ph type="title"/>
          </p:nvPr>
        </p:nvSpPr>
        <p:spPr>
          <a:xfrm>
            <a:off x="833438" y="495300"/>
            <a:ext cx="7366000" cy="449263"/>
          </a:xfrm>
        </p:spPr>
        <p:txBody>
          <a:bodyPr anchor="t">
            <a:normAutofit/>
          </a:bodyPr>
          <a:lstStyle/>
          <a:p>
            <a:pPr algn="ctr"/>
            <a:r>
              <a:rPr lang="en-US" dirty="0">
                <a:latin typeface="Arial"/>
                <a:cs typeface="Arial"/>
              </a:rPr>
              <a:t>Emotional Intelligence </a:t>
            </a:r>
            <a:endParaRPr lang="en-US" dirty="0"/>
          </a:p>
        </p:txBody>
      </p:sp>
      <p:sp>
        <p:nvSpPr>
          <p:cNvPr id="2" name="TextBox 1">
            <a:extLst>
              <a:ext uri="{FF2B5EF4-FFF2-40B4-BE49-F238E27FC236}">
                <a16:creationId xmlns:a16="http://schemas.microsoft.com/office/drawing/2014/main" id="{1AD8CE33-1564-4396-B86F-C9E69B2C4D00}"/>
              </a:ext>
            </a:extLst>
          </p:cNvPr>
          <p:cNvSpPr txBox="1"/>
          <p:nvPr/>
        </p:nvSpPr>
        <p:spPr>
          <a:xfrm>
            <a:off x="1089747" y="1758662"/>
            <a:ext cx="706192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latin typeface="Verdana" panose="020B0604030504040204" pitchFamily="34" charset="0"/>
                <a:ea typeface="Verdana" panose="020B0604030504040204" pitchFamily="34" charset="0"/>
                <a:cs typeface="+mn-lt"/>
              </a:rPr>
              <a:t>Emotional Intelligence - How to Lead with Emotional Intelligence – 18mi</a:t>
            </a:r>
            <a:r>
              <a:rPr lang="en-US" sz="1600" dirty="0">
                <a:latin typeface="Verdana" panose="020B0604030504040204" pitchFamily="34" charset="0"/>
                <a:ea typeface="Verdana" panose="020B0604030504040204" pitchFamily="34" charset="0"/>
                <a:cs typeface="+mn-lt"/>
              </a:rPr>
              <a:t>n</a:t>
            </a:r>
            <a:br>
              <a:rPr lang="en-US" sz="1600" dirty="0">
                <a:latin typeface="Verdana" panose="020B0604030504040204" pitchFamily="34" charset="0"/>
                <a:ea typeface="Verdana" panose="020B0604030504040204" pitchFamily="34" charset="0"/>
                <a:cs typeface="+mn-lt"/>
              </a:rPr>
            </a:br>
            <a:r>
              <a:rPr lang="en-US" sz="1600" dirty="0">
                <a:latin typeface="Verdana" panose="020B0604030504040204" pitchFamily="34" charset="0"/>
                <a:ea typeface="Verdana" panose="020B0604030504040204" pitchFamily="34" charset="0"/>
                <a:cs typeface="+mn-lt"/>
                <a:hlinkClick r:id="rId2"/>
              </a:rPr>
              <a:t>https://www.youtube.com/watch?v=dCIgOYY4NKc</a:t>
            </a:r>
            <a:endParaRPr lang="en-US" sz="1600" b="1" dirty="0">
              <a:latin typeface="Verdana" panose="020B0604030504040204" pitchFamily="34" charset="0"/>
              <a:ea typeface="Verdana" panose="020B0604030504040204" pitchFamily="34" charset="0"/>
              <a:cs typeface="+mn-lt"/>
            </a:endParaRPr>
          </a:p>
          <a:p>
            <a:endParaRPr lang="en-US" sz="1600" b="1" dirty="0">
              <a:latin typeface="Verdana" panose="020B0604030504040204" pitchFamily="34" charset="0"/>
              <a:ea typeface="Verdana" panose="020B0604030504040204" pitchFamily="34" charset="0"/>
              <a:cs typeface="Calibri"/>
            </a:endParaRPr>
          </a:p>
        </p:txBody>
      </p:sp>
    </p:spTree>
    <p:extLst>
      <p:ext uri="{BB962C8B-B14F-4D97-AF65-F5344CB8AC3E}">
        <p14:creationId xmlns:p14="http://schemas.microsoft.com/office/powerpoint/2010/main" val="3521309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a:spLocks noGrp="1"/>
          </p:cNvSpPr>
          <p:nvPr/>
        </p:nvSpPr>
        <p:spPr>
          <a:xfrm>
            <a:off x="5385325" y="1819648"/>
            <a:ext cx="3314538" cy="2238984"/>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1000"/>
              </a:spcBef>
              <a:buClr>
                <a:schemeClr val="accent1"/>
              </a:buClr>
              <a:buSzPct val="80000"/>
              <a:buFont typeface="Corbel" panose="020B0503020204020204" pitchFamily="34" charset="0"/>
              <a:buNone/>
              <a:defRPr sz="1800" kern="1200">
                <a:solidFill>
                  <a:srgbClr val="FFFFFF"/>
                </a:solidFill>
                <a:latin typeface="+mn-lt"/>
                <a:ea typeface="+mn-ea"/>
                <a:cs typeface="+mn-cs"/>
              </a:defRPr>
            </a:lvl1pPr>
            <a:lvl2pPr marL="3429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800" kern="1200">
                <a:solidFill>
                  <a:schemeClr val="accent1"/>
                </a:solidFill>
                <a:latin typeface="+mn-lt"/>
                <a:ea typeface="+mn-ea"/>
                <a:cs typeface="+mn-cs"/>
              </a:defRPr>
            </a:lvl2pPr>
            <a:lvl3pPr marL="6858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800" kern="1200">
                <a:solidFill>
                  <a:schemeClr val="accent1"/>
                </a:solidFill>
                <a:latin typeface="+mn-lt"/>
                <a:ea typeface="+mn-ea"/>
                <a:cs typeface="+mn-cs"/>
              </a:defRPr>
            </a:lvl3pPr>
            <a:lvl4pPr marL="10287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4pPr>
            <a:lvl5pPr marL="13716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5pPr>
            <a:lvl6pPr marL="17145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6pPr>
            <a:lvl7pPr marL="20574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7pPr>
            <a:lvl8pPr marL="24003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8pPr>
            <a:lvl9pPr marL="27432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9pPr>
          </a:lstStyle>
          <a:p>
            <a:pPr marL="512445" algn="l" fontAlgn="auto">
              <a:spcBef>
                <a:spcPts val="600"/>
              </a:spcBef>
              <a:spcAft>
                <a:spcPts val="0"/>
              </a:spcAft>
              <a:defRPr/>
            </a:pPr>
            <a:endParaRPr lang="en-US" sz="2000" b="1" dirty="0">
              <a:solidFill>
                <a:srgbClr val="595959"/>
              </a:solidFill>
              <a:latin typeface="+mj-lt"/>
              <a:ea typeface="+mn-ea"/>
              <a:cs typeface="+mn-cs"/>
            </a:endParaRPr>
          </a:p>
        </p:txBody>
      </p:sp>
      <p:sp>
        <p:nvSpPr>
          <p:cNvPr id="5" name="Title 3">
            <a:extLst>
              <a:ext uri="{FF2B5EF4-FFF2-40B4-BE49-F238E27FC236}">
                <a16:creationId xmlns:a16="http://schemas.microsoft.com/office/drawing/2014/main" id="{CCE97650-B81D-4D65-9B48-21FABB84C003}"/>
              </a:ext>
            </a:extLst>
          </p:cNvPr>
          <p:cNvSpPr>
            <a:spLocks noGrp="1"/>
          </p:cNvSpPr>
          <p:nvPr>
            <p:ph type="title"/>
          </p:nvPr>
        </p:nvSpPr>
        <p:spPr>
          <a:xfrm>
            <a:off x="833438" y="495300"/>
            <a:ext cx="7366000" cy="449263"/>
          </a:xfrm>
        </p:spPr>
        <p:txBody>
          <a:bodyPr anchor="t">
            <a:normAutofit/>
          </a:bodyPr>
          <a:lstStyle/>
          <a:p>
            <a:pPr algn="ctr"/>
            <a:r>
              <a:rPr lang="en-US" i="1" dirty="0">
                <a:latin typeface="Arial"/>
                <a:cs typeface="Arial"/>
              </a:rPr>
              <a:t>Emotional Intelligence </a:t>
            </a:r>
            <a:endParaRPr lang="en-US" dirty="0"/>
          </a:p>
        </p:txBody>
      </p:sp>
      <p:sp>
        <p:nvSpPr>
          <p:cNvPr id="2" name="TextBox 1">
            <a:extLst>
              <a:ext uri="{FF2B5EF4-FFF2-40B4-BE49-F238E27FC236}">
                <a16:creationId xmlns:a16="http://schemas.microsoft.com/office/drawing/2014/main" id="{1AD8CE33-1564-4396-B86F-C9E69B2C4D00}"/>
              </a:ext>
            </a:extLst>
          </p:cNvPr>
          <p:cNvSpPr txBox="1"/>
          <p:nvPr/>
        </p:nvSpPr>
        <p:spPr>
          <a:xfrm>
            <a:off x="1135104" y="3101234"/>
            <a:ext cx="706192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2000" b="1" dirty="0">
                <a:ea typeface="+mn-lt"/>
                <a:cs typeface="+mn-lt"/>
              </a:rPr>
              <a:t>Emotional Intelligent Article</a:t>
            </a:r>
            <a:endParaRPr lang="en-US" sz="2000" dirty="0">
              <a:ea typeface="+mn-lt"/>
              <a:cs typeface="+mn-lt"/>
            </a:endParaRPr>
          </a:p>
          <a:p>
            <a:r>
              <a:rPr lang="en-AU" u="sng" dirty="0" smtClean="0">
                <a:ea typeface="+mn-lt"/>
                <a:cs typeface="+mn-lt"/>
                <a:hlinkClick r:id="rId2"/>
              </a:rPr>
              <a:t>https</a:t>
            </a:r>
            <a:r>
              <a:rPr lang="en-AU" u="sng" dirty="0">
                <a:ea typeface="+mn-lt"/>
                <a:cs typeface="+mn-lt"/>
                <a:hlinkClick r:id="rId2"/>
              </a:rPr>
              <a:t>://</a:t>
            </a:r>
            <a:r>
              <a:rPr lang="en-AU" u="sng" dirty="0" smtClean="0">
                <a:ea typeface="+mn-lt"/>
                <a:cs typeface="+mn-lt"/>
                <a:hlinkClick r:id="rId2"/>
              </a:rPr>
              <a:t>www.mindtools.com/pages/article/newCDV_59.htm</a:t>
            </a:r>
            <a:endParaRPr lang="en-US" dirty="0">
              <a:ea typeface="+mn-lt"/>
              <a:cs typeface="+mn-lt"/>
            </a:endParaRPr>
          </a:p>
          <a:p>
            <a:endParaRPr lang="en-US" b="1" dirty="0">
              <a:cs typeface="Calibri"/>
            </a:endParaRPr>
          </a:p>
        </p:txBody>
      </p:sp>
      <p:sp>
        <p:nvSpPr>
          <p:cNvPr id="3" name="TextBox 2">
            <a:extLst>
              <a:ext uri="{FF2B5EF4-FFF2-40B4-BE49-F238E27FC236}">
                <a16:creationId xmlns:a16="http://schemas.microsoft.com/office/drawing/2014/main" id="{080F0A12-2CA4-415C-B46B-9C53CAE836DA}"/>
              </a:ext>
            </a:extLst>
          </p:cNvPr>
          <p:cNvSpPr txBox="1"/>
          <p:nvPr/>
        </p:nvSpPr>
        <p:spPr>
          <a:xfrm>
            <a:off x="1132114" y="1717220"/>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accent1">
                    <a:lumMod val="75000"/>
                  </a:schemeClr>
                </a:solidFill>
                <a:latin typeface="Verdana" panose="020B0604030504040204" pitchFamily="34" charset="0"/>
                <a:ea typeface="Verdana" panose="020B0604030504040204" pitchFamily="34" charset="0"/>
                <a:cs typeface="Arial"/>
              </a:rPr>
              <a:t>Let's Learn more</a:t>
            </a:r>
          </a:p>
        </p:txBody>
      </p:sp>
      <p:pic>
        <p:nvPicPr>
          <p:cNvPr id="6" name="Picture 6" descr="A picture containing drawing&#10;&#10;Description generated with very high confidence">
            <a:extLst>
              <a:ext uri="{FF2B5EF4-FFF2-40B4-BE49-F238E27FC236}">
                <a16:creationId xmlns:a16="http://schemas.microsoft.com/office/drawing/2014/main" id="{56A02322-A178-427F-A0CA-3C9842670395}"/>
              </a:ext>
            </a:extLst>
          </p:cNvPr>
          <p:cNvPicPr>
            <a:picLocks noChangeAspect="1"/>
          </p:cNvPicPr>
          <p:nvPr/>
        </p:nvPicPr>
        <p:blipFill rotWithShape="1">
          <a:blip r:embed="rId3"/>
          <a:srcRect l="24802" b="30876"/>
          <a:stretch/>
        </p:blipFill>
        <p:spPr>
          <a:xfrm>
            <a:off x="1240970" y="2187403"/>
            <a:ext cx="3098801" cy="911228"/>
          </a:xfrm>
          <a:prstGeom prst="rect">
            <a:avLst/>
          </a:prstGeom>
        </p:spPr>
      </p:pic>
    </p:spTree>
    <p:extLst>
      <p:ext uri="{BB962C8B-B14F-4D97-AF65-F5344CB8AC3E}">
        <p14:creationId xmlns:p14="http://schemas.microsoft.com/office/powerpoint/2010/main" val="1774714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CCE97650-B81D-4D65-9B48-21FABB84C003}"/>
              </a:ext>
            </a:extLst>
          </p:cNvPr>
          <p:cNvSpPr>
            <a:spLocks noGrp="1"/>
          </p:cNvSpPr>
          <p:nvPr>
            <p:ph type="title"/>
          </p:nvPr>
        </p:nvSpPr>
        <p:spPr>
          <a:xfrm>
            <a:off x="833438" y="495300"/>
            <a:ext cx="7366000" cy="449263"/>
          </a:xfrm>
        </p:spPr>
        <p:txBody>
          <a:bodyPr anchor="t">
            <a:normAutofit/>
          </a:bodyPr>
          <a:lstStyle/>
          <a:p>
            <a:pPr algn="ctr"/>
            <a:r>
              <a:rPr lang="en-US" dirty="0">
                <a:latin typeface="Arial"/>
                <a:cs typeface="Arial"/>
              </a:rPr>
              <a:t>Emotional Intelligence </a:t>
            </a:r>
            <a:endParaRPr lang="en-US" dirty="0"/>
          </a:p>
        </p:txBody>
      </p:sp>
      <p:sp>
        <p:nvSpPr>
          <p:cNvPr id="2" name="TextBox 1">
            <a:extLst>
              <a:ext uri="{FF2B5EF4-FFF2-40B4-BE49-F238E27FC236}">
                <a16:creationId xmlns:a16="http://schemas.microsoft.com/office/drawing/2014/main" id="{1AD8CE33-1564-4396-B86F-C9E69B2C4D00}"/>
              </a:ext>
            </a:extLst>
          </p:cNvPr>
          <p:cNvSpPr txBox="1"/>
          <p:nvPr/>
        </p:nvSpPr>
        <p:spPr>
          <a:xfrm>
            <a:off x="645298" y="1096160"/>
            <a:ext cx="788910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Verdana" panose="020B0604030504040204" pitchFamily="34" charset="0"/>
                <a:ea typeface="Verdana" panose="020B0604030504040204" pitchFamily="34" charset="0"/>
                <a:cs typeface="+mn-lt"/>
              </a:rPr>
              <a:t>The Reflective Learning Process</a:t>
            </a:r>
            <a:endParaRPr lang="en-AU" dirty="0">
              <a:latin typeface="Verdana" panose="020B0604030504040204" pitchFamily="34" charset="0"/>
              <a:ea typeface="Verdana" panose="020B0604030504040204" pitchFamily="34" charset="0"/>
              <a:cs typeface="+mn-lt"/>
            </a:endParaRPr>
          </a:p>
          <a:p>
            <a:endParaRPr lang="en-US" sz="1600" b="1" dirty="0">
              <a:latin typeface="Calibri"/>
              <a:ea typeface="+mn-lt"/>
              <a:cs typeface="+mn-lt"/>
            </a:endParaRPr>
          </a:p>
          <a:p>
            <a:r>
              <a:rPr lang="en-AU" sz="1600" b="1" dirty="0">
                <a:ea typeface="+mn-lt"/>
                <a:cs typeface="+mn-lt"/>
              </a:rPr>
              <a:t>Activity </a:t>
            </a:r>
            <a:endParaRPr lang="en-AU" sz="1600" dirty="0">
              <a:ea typeface="+mn-lt"/>
              <a:cs typeface="+mn-lt"/>
            </a:endParaRPr>
          </a:p>
          <a:p>
            <a:r>
              <a:rPr lang="en-US" sz="1600" dirty="0">
                <a:ea typeface="+mn-lt"/>
                <a:cs typeface="+mn-lt"/>
              </a:rPr>
              <a:t>Think about the EI Elements and Reflect on how well you think you perform in this element and what you can do to improve in this </a:t>
            </a:r>
            <a:r>
              <a:rPr lang="en-US" sz="1600" dirty="0" smtClean="0">
                <a:ea typeface="+mn-lt"/>
                <a:cs typeface="+mn-lt"/>
              </a:rPr>
              <a:t>area</a:t>
            </a:r>
            <a:endParaRPr lang="en-AU" sz="1600" dirty="0">
              <a:ea typeface="+mn-lt"/>
              <a:cs typeface="+mn-lt"/>
            </a:endParaRPr>
          </a:p>
          <a:p>
            <a:endParaRPr lang="en-US" sz="1600" dirty="0" smtClean="0">
              <a:ea typeface="+mn-lt"/>
              <a:cs typeface="+mn-lt"/>
            </a:endParaRPr>
          </a:p>
          <a:p>
            <a:endParaRPr lang="en-US" sz="1600" dirty="0" smtClean="0">
              <a:ea typeface="+mn-lt"/>
              <a:cs typeface="+mn-lt"/>
            </a:endParaRPr>
          </a:p>
          <a:p>
            <a:r>
              <a:rPr lang="en-US" sz="1600" dirty="0" smtClean="0">
                <a:ea typeface="+mn-lt"/>
                <a:cs typeface="+mn-lt"/>
              </a:rPr>
              <a:t>Share </a:t>
            </a:r>
            <a:r>
              <a:rPr lang="en-US" sz="1600" dirty="0">
                <a:ea typeface="+mn-lt"/>
                <a:cs typeface="+mn-lt"/>
              </a:rPr>
              <a:t>your reflections with others </a:t>
            </a:r>
          </a:p>
          <a:p>
            <a:r>
              <a:rPr lang="en-US" sz="1600" dirty="0">
                <a:ea typeface="+mn-lt"/>
                <a:cs typeface="+mn-lt"/>
              </a:rPr>
              <a:t>(in a group of 2 or more) </a:t>
            </a:r>
            <a:endParaRPr lang="en-US" sz="1600" dirty="0"/>
          </a:p>
          <a:p>
            <a:r>
              <a:rPr lang="en-US" sz="1600" dirty="0">
                <a:ea typeface="+mn-lt"/>
                <a:cs typeface="+mn-lt"/>
              </a:rPr>
              <a:t>and ask them for advice on what </a:t>
            </a:r>
          </a:p>
          <a:p>
            <a:r>
              <a:rPr lang="en-US" sz="1600" dirty="0">
                <a:ea typeface="+mn-lt"/>
                <a:cs typeface="+mn-lt"/>
              </a:rPr>
              <a:t>you can do to get better in this </a:t>
            </a:r>
            <a:r>
              <a:rPr lang="en-US" sz="1600" dirty="0" smtClean="0">
                <a:ea typeface="+mn-lt"/>
                <a:cs typeface="+mn-lt"/>
              </a:rPr>
              <a:t>element</a:t>
            </a:r>
            <a:endParaRPr lang="en-US" sz="1600" dirty="0">
              <a:cs typeface="Arial"/>
            </a:endParaRPr>
          </a:p>
          <a:p>
            <a:endParaRPr lang="en-AU" b="1" dirty="0">
              <a:latin typeface="Calibri"/>
              <a:ea typeface="+mn-lt"/>
              <a:cs typeface="+mn-lt"/>
            </a:endParaRPr>
          </a:p>
          <a:p>
            <a:endParaRPr lang="en-US" b="1" dirty="0">
              <a:latin typeface="Calibri"/>
              <a:cs typeface="Calibri"/>
            </a:endParaRPr>
          </a:p>
        </p:txBody>
      </p:sp>
      <p:pic>
        <p:nvPicPr>
          <p:cNvPr id="3" name="Picture 5" descr="A screenshot of a cell phone&#10;&#10;Description generated with very high confidence">
            <a:extLst>
              <a:ext uri="{FF2B5EF4-FFF2-40B4-BE49-F238E27FC236}">
                <a16:creationId xmlns:a16="http://schemas.microsoft.com/office/drawing/2014/main" id="{3B710CD4-44E1-4D98-A316-24D0A50B7261}"/>
              </a:ext>
            </a:extLst>
          </p:cNvPr>
          <p:cNvPicPr>
            <a:picLocks noChangeAspect="1"/>
          </p:cNvPicPr>
          <p:nvPr/>
        </p:nvPicPr>
        <p:blipFill>
          <a:blip r:embed="rId2"/>
          <a:stretch>
            <a:fillRect/>
          </a:stretch>
        </p:blipFill>
        <p:spPr>
          <a:xfrm>
            <a:off x="4589849" y="2630410"/>
            <a:ext cx="3940628" cy="2143275"/>
          </a:xfrm>
          <a:prstGeom prst="rect">
            <a:avLst/>
          </a:prstGeom>
        </p:spPr>
      </p:pic>
    </p:spTree>
    <p:extLst>
      <p:ext uri="{BB962C8B-B14F-4D97-AF65-F5344CB8AC3E}">
        <p14:creationId xmlns:p14="http://schemas.microsoft.com/office/powerpoint/2010/main" val="263720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a:spLocks noGrp="1"/>
          </p:cNvSpPr>
          <p:nvPr/>
        </p:nvSpPr>
        <p:spPr>
          <a:xfrm>
            <a:off x="5385325" y="1819648"/>
            <a:ext cx="3314538" cy="2238984"/>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1000"/>
              </a:spcBef>
              <a:buClr>
                <a:schemeClr val="accent1"/>
              </a:buClr>
              <a:buSzPct val="80000"/>
              <a:buFont typeface="Corbel" panose="020B0503020204020204" pitchFamily="34" charset="0"/>
              <a:buNone/>
              <a:defRPr sz="1800" kern="1200">
                <a:solidFill>
                  <a:srgbClr val="FFFFFF"/>
                </a:solidFill>
                <a:latin typeface="+mn-lt"/>
                <a:ea typeface="+mn-ea"/>
                <a:cs typeface="+mn-cs"/>
              </a:defRPr>
            </a:lvl1pPr>
            <a:lvl2pPr marL="3429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800" kern="1200">
                <a:solidFill>
                  <a:schemeClr val="accent1"/>
                </a:solidFill>
                <a:latin typeface="+mn-lt"/>
                <a:ea typeface="+mn-ea"/>
                <a:cs typeface="+mn-cs"/>
              </a:defRPr>
            </a:lvl2pPr>
            <a:lvl3pPr marL="6858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800" kern="1200">
                <a:solidFill>
                  <a:schemeClr val="accent1"/>
                </a:solidFill>
                <a:latin typeface="+mn-lt"/>
                <a:ea typeface="+mn-ea"/>
                <a:cs typeface="+mn-cs"/>
              </a:defRPr>
            </a:lvl3pPr>
            <a:lvl4pPr marL="10287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4pPr>
            <a:lvl5pPr marL="13716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5pPr>
            <a:lvl6pPr marL="17145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6pPr>
            <a:lvl7pPr marL="20574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7pPr>
            <a:lvl8pPr marL="24003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8pPr>
            <a:lvl9pPr marL="2743200" indent="0" algn="ctr" defTabSz="685800" rtl="0" eaLnBrk="1" latinLnBrk="0" hangingPunct="1">
              <a:lnSpc>
                <a:spcPct val="90000"/>
              </a:lnSpc>
              <a:spcBef>
                <a:spcPts val="150"/>
              </a:spcBef>
              <a:spcAft>
                <a:spcPts val="300"/>
              </a:spcAft>
              <a:buClr>
                <a:schemeClr val="accent1"/>
              </a:buClr>
              <a:buSzPct val="80000"/>
              <a:buFont typeface="Corbel" panose="020B0503020204020204" pitchFamily="34" charset="0"/>
              <a:buNone/>
              <a:defRPr sz="1500" kern="1200">
                <a:solidFill>
                  <a:schemeClr val="accent1"/>
                </a:solidFill>
                <a:latin typeface="+mn-lt"/>
                <a:ea typeface="+mn-ea"/>
                <a:cs typeface="+mn-cs"/>
              </a:defRPr>
            </a:lvl9pPr>
          </a:lstStyle>
          <a:p>
            <a:pPr marL="512445" algn="l" fontAlgn="auto">
              <a:spcBef>
                <a:spcPts val="600"/>
              </a:spcBef>
              <a:spcAft>
                <a:spcPts val="0"/>
              </a:spcAft>
              <a:defRPr/>
            </a:pPr>
            <a:endParaRPr lang="en-US" sz="2000" b="1" dirty="0">
              <a:solidFill>
                <a:srgbClr val="595959"/>
              </a:solidFill>
              <a:latin typeface="+mj-lt"/>
              <a:ea typeface="+mn-ea"/>
              <a:cs typeface="+mn-cs"/>
            </a:endParaRPr>
          </a:p>
        </p:txBody>
      </p:sp>
      <p:sp>
        <p:nvSpPr>
          <p:cNvPr id="5" name="Title 3">
            <a:extLst>
              <a:ext uri="{FF2B5EF4-FFF2-40B4-BE49-F238E27FC236}">
                <a16:creationId xmlns:a16="http://schemas.microsoft.com/office/drawing/2014/main" id="{CCE97650-B81D-4D65-9B48-21FABB84C003}"/>
              </a:ext>
            </a:extLst>
          </p:cNvPr>
          <p:cNvSpPr>
            <a:spLocks noGrp="1"/>
          </p:cNvSpPr>
          <p:nvPr>
            <p:ph type="title"/>
          </p:nvPr>
        </p:nvSpPr>
        <p:spPr>
          <a:xfrm>
            <a:off x="934458" y="532906"/>
            <a:ext cx="7366000" cy="449263"/>
          </a:xfrm>
        </p:spPr>
        <p:txBody>
          <a:bodyPr anchor="t">
            <a:normAutofit/>
          </a:bodyPr>
          <a:lstStyle/>
          <a:p>
            <a:pPr algn="ctr"/>
            <a:r>
              <a:rPr lang="en-US" dirty="0">
                <a:solidFill>
                  <a:srgbClr val="FFFFFF"/>
                </a:solidFill>
                <a:latin typeface="Calibri"/>
                <a:cs typeface="Arial"/>
              </a:rPr>
              <a:t>Emotional Intelligence</a:t>
            </a:r>
            <a:r>
              <a:rPr lang="en-US" i="1" dirty="0">
                <a:solidFill>
                  <a:srgbClr val="FFFFFF"/>
                </a:solidFill>
                <a:latin typeface="Calibri"/>
                <a:cs typeface="Arial"/>
              </a:rPr>
              <a:t> </a:t>
            </a:r>
            <a:endParaRPr lang="en-US" dirty="0">
              <a:solidFill>
                <a:srgbClr val="FFFFFF"/>
              </a:solidFill>
              <a:latin typeface="Calibri"/>
            </a:endParaRPr>
          </a:p>
        </p:txBody>
      </p:sp>
      <p:sp>
        <p:nvSpPr>
          <p:cNvPr id="2" name="TextBox 1">
            <a:extLst>
              <a:ext uri="{FF2B5EF4-FFF2-40B4-BE49-F238E27FC236}">
                <a16:creationId xmlns:a16="http://schemas.microsoft.com/office/drawing/2014/main" id="{1AD8CE33-1564-4396-B86F-C9E69B2C4D00}"/>
              </a:ext>
            </a:extLst>
          </p:cNvPr>
          <p:cNvSpPr txBox="1"/>
          <p:nvPr/>
        </p:nvSpPr>
        <p:spPr>
          <a:xfrm>
            <a:off x="570201" y="2201915"/>
            <a:ext cx="8094516"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2A2A2A"/>
                </a:solidFill>
                <a:ea typeface="+mn-lt"/>
                <a:cs typeface="+mn-lt"/>
              </a:rPr>
              <a:t>Describe the experience</a:t>
            </a:r>
            <a:r>
              <a:rPr lang="en-US" sz="1400" dirty="0">
                <a:solidFill>
                  <a:srgbClr val="2A2A2A"/>
                </a:solidFill>
                <a:ea typeface="+mn-lt"/>
                <a:cs typeface="+mn-lt"/>
              </a:rPr>
              <a:t> </a:t>
            </a:r>
            <a:endParaRPr lang="en-US" sz="1400" dirty="0" smtClean="0">
              <a:solidFill>
                <a:srgbClr val="2A2A2A"/>
              </a:solidFill>
              <a:ea typeface="+mn-lt"/>
              <a:cs typeface="+mn-lt"/>
            </a:endParaRPr>
          </a:p>
          <a:p>
            <a:r>
              <a:rPr lang="en-US" sz="1400" dirty="0" smtClean="0">
                <a:ea typeface="+mn-lt"/>
                <a:cs typeface="+mn-lt"/>
              </a:rPr>
              <a:t>What </a:t>
            </a:r>
            <a:r>
              <a:rPr lang="en-US" sz="1400" dirty="0">
                <a:ea typeface="+mn-lt"/>
                <a:cs typeface="+mn-lt"/>
              </a:rPr>
              <a:t>happened?  When and where did the situation occur?  Any other thoughts you have </a:t>
            </a:r>
            <a:r>
              <a:rPr lang="en-US" sz="1400" dirty="0">
                <a:cs typeface="Calibri"/>
              </a:rPr>
              <a:t>about the situation?</a:t>
            </a:r>
            <a:r>
              <a:rPr lang="en-US" sz="1400" dirty="0">
                <a:solidFill>
                  <a:srgbClr val="2A2A2A"/>
                </a:solidFill>
                <a:ea typeface="+mn-lt"/>
                <a:cs typeface="+mn-lt"/>
              </a:rPr>
              <a:t> </a:t>
            </a:r>
            <a:endParaRPr lang="en-AU" sz="1400" dirty="0" smtClean="0">
              <a:ea typeface="+mn-lt"/>
              <a:cs typeface="+mn-lt"/>
            </a:endParaRPr>
          </a:p>
          <a:p>
            <a:endParaRPr lang="en-US" sz="800" b="1" dirty="0" smtClean="0">
              <a:ea typeface="+mn-lt"/>
              <a:cs typeface="+mn-lt"/>
            </a:endParaRPr>
          </a:p>
          <a:p>
            <a:r>
              <a:rPr lang="en-US" sz="1400" b="1" dirty="0" smtClean="0">
                <a:ea typeface="+mn-lt"/>
                <a:cs typeface="+mn-lt"/>
              </a:rPr>
              <a:t>Reflection</a:t>
            </a:r>
            <a:r>
              <a:rPr lang="en-US" sz="1400" dirty="0">
                <a:solidFill>
                  <a:srgbClr val="2A2A2A"/>
                </a:solidFill>
                <a:ea typeface="+mn-lt"/>
                <a:cs typeface="+mn-lt"/>
              </a:rPr>
              <a:t> </a:t>
            </a:r>
            <a:r>
              <a:rPr lang="en-US" sz="1400" dirty="0">
                <a:cs typeface="Calibri"/>
              </a:rPr>
              <a:t>How did you behave?  What thoughts did you have?  How did it make you feel?  Were there other factors that influenced the situation?  What have you learned from the experience?</a:t>
            </a:r>
            <a:r>
              <a:rPr lang="en-US" sz="1400" dirty="0">
                <a:solidFill>
                  <a:srgbClr val="2A2A2A"/>
                </a:solidFill>
                <a:ea typeface="+mn-lt"/>
                <a:cs typeface="+mn-lt"/>
              </a:rPr>
              <a:t> </a:t>
            </a:r>
            <a:endParaRPr lang="en-AU" sz="1400" dirty="0">
              <a:ea typeface="+mn-lt"/>
              <a:cs typeface="+mn-lt"/>
            </a:endParaRPr>
          </a:p>
          <a:p>
            <a:endParaRPr lang="en-US" sz="800" b="1" dirty="0" smtClean="0">
              <a:ea typeface="+mn-lt"/>
              <a:cs typeface="+mn-lt"/>
            </a:endParaRPr>
          </a:p>
          <a:p>
            <a:r>
              <a:rPr lang="en-US" sz="1400" b="1" dirty="0" smtClean="0">
                <a:ea typeface="+mn-lt"/>
                <a:cs typeface="+mn-lt"/>
              </a:rPr>
              <a:t>Theorizing</a:t>
            </a:r>
            <a:r>
              <a:rPr lang="en-US" sz="1400" dirty="0">
                <a:solidFill>
                  <a:srgbClr val="2A2A2A"/>
                </a:solidFill>
                <a:ea typeface="+mn-lt"/>
                <a:cs typeface="+mn-lt"/>
              </a:rPr>
              <a:t> </a:t>
            </a:r>
            <a:r>
              <a:rPr lang="en-US" sz="1400" dirty="0">
                <a:cs typeface="Calibri"/>
              </a:rPr>
              <a:t>How did the experience match with your preconceived ideas, i.e. was the outcome expected or unexpected?  How does it relate to any formal theories that you know?  What behaviors do you think might have changed the outcome? </a:t>
            </a:r>
            <a:endParaRPr lang="en-AU" sz="1400" dirty="0">
              <a:ea typeface="+mn-lt"/>
              <a:cs typeface="+mn-lt"/>
            </a:endParaRPr>
          </a:p>
          <a:p>
            <a:endParaRPr lang="en-US" sz="800" b="1" dirty="0" smtClean="0">
              <a:ea typeface="+mn-lt"/>
              <a:cs typeface="+mn-lt"/>
            </a:endParaRPr>
          </a:p>
          <a:p>
            <a:r>
              <a:rPr lang="en-US" sz="1400" b="1" dirty="0" smtClean="0">
                <a:ea typeface="+mn-lt"/>
                <a:cs typeface="+mn-lt"/>
              </a:rPr>
              <a:t>Experimentation</a:t>
            </a:r>
            <a:r>
              <a:rPr lang="en-US" sz="1400" dirty="0">
                <a:solidFill>
                  <a:srgbClr val="2A2A2A"/>
                </a:solidFill>
                <a:ea typeface="+mn-lt"/>
                <a:cs typeface="+mn-lt"/>
              </a:rPr>
              <a:t> </a:t>
            </a:r>
            <a:r>
              <a:rPr lang="en-US" sz="1400" dirty="0">
                <a:cs typeface="Calibri"/>
              </a:rPr>
              <a:t>Is there anything you could do or say now to change the outcome?  What action(s) can you take to change similar reactions in the future?</a:t>
            </a:r>
            <a:r>
              <a:rPr lang="en-US" sz="1400" dirty="0">
                <a:ea typeface="+mn-lt"/>
                <a:cs typeface="+mn-lt"/>
              </a:rPr>
              <a:t> </a:t>
            </a:r>
            <a:r>
              <a:rPr lang="en-US" sz="1400" dirty="0">
                <a:cs typeface="Calibri"/>
              </a:rPr>
              <a:t> What </a:t>
            </a:r>
            <a:r>
              <a:rPr lang="en-US" sz="1400" dirty="0" err="1">
                <a:cs typeface="Calibri"/>
              </a:rPr>
              <a:t>behaviours</a:t>
            </a:r>
            <a:r>
              <a:rPr lang="en-US" sz="1400" dirty="0">
                <a:cs typeface="Calibri"/>
              </a:rPr>
              <a:t> might you try out?</a:t>
            </a:r>
            <a:endParaRPr lang="en-AU" sz="1400" dirty="0">
              <a:cs typeface="Calibri"/>
            </a:endParaRPr>
          </a:p>
          <a:p>
            <a:endParaRPr lang="en-AU" dirty="0">
              <a:latin typeface="Calibri"/>
              <a:ea typeface="+mn-lt"/>
              <a:cs typeface="+mn-lt"/>
            </a:endParaRPr>
          </a:p>
          <a:p>
            <a:endParaRPr lang="en-AU" dirty="0">
              <a:latin typeface="Calibri"/>
              <a:ea typeface="+mn-lt"/>
              <a:cs typeface="+mn-lt"/>
            </a:endParaRPr>
          </a:p>
          <a:p>
            <a:endParaRPr lang="en-AU" b="1" dirty="0">
              <a:latin typeface="Calibri"/>
              <a:cs typeface="Times New Roman"/>
            </a:endParaRPr>
          </a:p>
        </p:txBody>
      </p:sp>
      <p:sp>
        <p:nvSpPr>
          <p:cNvPr id="3" name="TextBox 2">
            <a:extLst>
              <a:ext uri="{FF2B5EF4-FFF2-40B4-BE49-F238E27FC236}">
                <a16:creationId xmlns:a16="http://schemas.microsoft.com/office/drawing/2014/main" id="{0A5AF95A-7110-4D7D-A8C6-AE5BFA410860}"/>
              </a:ext>
            </a:extLst>
          </p:cNvPr>
          <p:cNvSpPr txBox="1"/>
          <p:nvPr/>
        </p:nvSpPr>
        <p:spPr>
          <a:xfrm>
            <a:off x="552628" y="1111574"/>
            <a:ext cx="812966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2A2A2A"/>
                </a:solidFill>
                <a:latin typeface="Verdana" panose="020B0604030504040204" pitchFamily="34" charset="0"/>
                <a:ea typeface="Verdana" panose="020B0604030504040204" pitchFamily="34" charset="0"/>
                <a:cs typeface="Calibri"/>
              </a:rPr>
              <a:t>Identify a situation you encountered in your work or personal life that you believe could have been dealt with more </a:t>
            </a:r>
            <a:r>
              <a:rPr lang="en-US" b="1" dirty="0" smtClean="0">
                <a:solidFill>
                  <a:srgbClr val="2A2A2A"/>
                </a:solidFill>
                <a:latin typeface="Verdana" panose="020B0604030504040204" pitchFamily="34" charset="0"/>
                <a:ea typeface="Verdana" panose="020B0604030504040204" pitchFamily="34" charset="0"/>
                <a:cs typeface="Calibri"/>
              </a:rPr>
              <a:t>effectively</a:t>
            </a:r>
            <a:endParaRPr lang="en-US" b="1" dirty="0">
              <a:latin typeface="Verdana" panose="020B0604030504040204" pitchFamily="34" charset="0"/>
              <a:ea typeface="Verdana" panose="020B0604030504040204" pitchFamily="34" charset="0"/>
              <a:cs typeface="Calibri"/>
            </a:endParaRPr>
          </a:p>
        </p:txBody>
      </p:sp>
    </p:spTree>
    <p:extLst>
      <p:ext uri="{BB962C8B-B14F-4D97-AF65-F5344CB8AC3E}">
        <p14:creationId xmlns:p14="http://schemas.microsoft.com/office/powerpoint/2010/main" val="4028714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6C18-6D2B-458A-8F98-7E5656B7EB3F}"/>
              </a:ext>
            </a:extLst>
          </p:cNvPr>
          <p:cNvSpPr>
            <a:spLocks noGrp="1"/>
          </p:cNvSpPr>
          <p:nvPr>
            <p:ph type="title"/>
          </p:nvPr>
        </p:nvSpPr>
        <p:spPr/>
        <p:txBody>
          <a:bodyPr anchor="t">
            <a:normAutofit/>
          </a:bodyPr>
          <a:lstStyle/>
          <a:p>
            <a:pPr algn="ctr"/>
            <a:r>
              <a:rPr lang="en-US" dirty="0">
                <a:latin typeface="Calibri" panose="020F0502020204030204" pitchFamily="34" charset="0"/>
                <a:cs typeface="Calibri" panose="020F0502020204030204" pitchFamily="34" charset="0"/>
              </a:rPr>
              <a:t>Emotional Intelligence Quiz</a:t>
            </a:r>
            <a:endParaRPr lang="en-US" b="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B9A3E0EB-00D5-489E-83EA-4AA0A3B10335}"/>
              </a:ext>
            </a:extLst>
          </p:cNvPr>
          <p:cNvSpPr txBox="1"/>
          <p:nvPr/>
        </p:nvSpPr>
        <p:spPr>
          <a:xfrm>
            <a:off x="715175" y="1108516"/>
            <a:ext cx="784567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latin typeface="Verdana" panose="020B0604030504040204" pitchFamily="34" charset="0"/>
                <a:ea typeface="Verdana" panose="020B0604030504040204" pitchFamily="34" charset="0"/>
                <a:cs typeface="Calibri"/>
              </a:rPr>
              <a:t>The following 10 question quiz is designed to give you a general idea of how much you currently know about being emotionally </a:t>
            </a:r>
            <a:r>
              <a:rPr lang="en-US" b="1" dirty="0" smtClean="0">
                <a:latin typeface="Verdana" panose="020B0604030504040204" pitchFamily="34" charset="0"/>
                <a:ea typeface="Verdana" panose="020B0604030504040204" pitchFamily="34" charset="0"/>
                <a:cs typeface="Calibri"/>
              </a:rPr>
              <a:t>intelligent</a:t>
            </a:r>
            <a:endParaRPr lang="en-US" dirty="0">
              <a:latin typeface="Verdana" panose="020B0604030504040204" pitchFamily="34" charset="0"/>
              <a:ea typeface="Verdana" panose="020B0604030504040204" pitchFamily="34" charset="0"/>
              <a:cs typeface="Calibri"/>
            </a:endParaRPr>
          </a:p>
        </p:txBody>
      </p:sp>
      <p:pic>
        <p:nvPicPr>
          <p:cNvPr id="4" name="Picture 4" descr="A screenshot of a social media post&#10;&#10;Description generated with very high confidence">
            <a:extLst>
              <a:ext uri="{FF2B5EF4-FFF2-40B4-BE49-F238E27FC236}">
                <a16:creationId xmlns:a16="http://schemas.microsoft.com/office/drawing/2014/main" id="{102B07E7-26FE-4BBE-A1B3-DFD78B4A9815}"/>
              </a:ext>
            </a:extLst>
          </p:cNvPr>
          <p:cNvPicPr>
            <a:picLocks noChangeAspect="1"/>
          </p:cNvPicPr>
          <p:nvPr/>
        </p:nvPicPr>
        <p:blipFill>
          <a:blip r:embed="rId2"/>
          <a:stretch>
            <a:fillRect/>
          </a:stretch>
        </p:blipFill>
        <p:spPr>
          <a:xfrm>
            <a:off x="2409368" y="2121760"/>
            <a:ext cx="4457289" cy="2667953"/>
          </a:xfrm>
          <a:prstGeom prst="rect">
            <a:avLst/>
          </a:prstGeom>
        </p:spPr>
      </p:pic>
    </p:spTree>
    <p:extLst>
      <p:ext uri="{BB962C8B-B14F-4D97-AF65-F5344CB8AC3E}">
        <p14:creationId xmlns:p14="http://schemas.microsoft.com/office/powerpoint/2010/main" val="2974850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p:nvPr/>
        </p:nvSpPr>
        <p:spPr>
          <a:xfrm>
            <a:off x="320447" y="1926920"/>
            <a:ext cx="4519307" cy="392528"/>
          </a:xfrm>
          <a:prstGeom prst="rect">
            <a:avLst/>
          </a:prstGeom>
        </p:spPr>
        <p:txBody>
          <a:bodyPr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94030" indent="0">
              <a:lnSpc>
                <a:spcPct val="120000"/>
              </a:lnSpc>
              <a:spcBef>
                <a:spcPts val="600"/>
              </a:spcBef>
              <a:buNone/>
              <a:defRPr/>
            </a:pPr>
            <a:r>
              <a:rPr lang="en-AU" sz="1800" b="1" dirty="0">
                <a:solidFill>
                  <a:srgbClr val="333333"/>
                </a:solidFill>
                <a:latin typeface="Calibri"/>
                <a:cs typeface="Segoe UI"/>
              </a:rPr>
              <a:t>2. Be mindful of your </a:t>
            </a:r>
            <a:r>
              <a:rPr lang="en-AU" sz="1800" b="1" dirty="0" smtClean="0">
                <a:solidFill>
                  <a:srgbClr val="333333"/>
                </a:solidFill>
                <a:latin typeface="Calibri"/>
                <a:cs typeface="Segoe UI"/>
              </a:rPr>
              <a:t>vocabulary</a:t>
            </a:r>
            <a:endParaRPr lang="en-US" sz="1800" b="1" dirty="0">
              <a:solidFill>
                <a:srgbClr val="333333"/>
              </a:solidFill>
              <a:latin typeface="Georgia"/>
              <a:cs typeface="Segoe UI"/>
            </a:endParaRPr>
          </a:p>
        </p:txBody>
      </p:sp>
      <p:sp>
        <p:nvSpPr>
          <p:cNvPr id="2" name="Title 1"/>
          <p:cNvSpPr>
            <a:spLocks noGrp="1"/>
          </p:cNvSpPr>
          <p:nvPr>
            <p:ph type="title"/>
          </p:nvPr>
        </p:nvSpPr>
        <p:spPr>
          <a:xfrm>
            <a:off x="833188" y="495139"/>
            <a:ext cx="7366915" cy="448760"/>
          </a:xfrm>
        </p:spPr>
        <p:txBody>
          <a:bodyPr anchor="t">
            <a:normAutofit/>
          </a:bodyPr>
          <a:lstStyle/>
          <a:p>
            <a:pPr algn="ctr"/>
            <a:r>
              <a:rPr lang="en-US" dirty="0">
                <a:latin typeface="Calibri" panose="020F0502020204030204" pitchFamily="34" charset="0"/>
                <a:cs typeface="Calibri" panose="020F0502020204030204" pitchFamily="34" charset="0"/>
              </a:rPr>
              <a:t>5 Ways To Develop Your Emotional Intelligence</a:t>
            </a:r>
            <a:endParaRPr lang="en-AU"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56EB6D4-B020-41FE-948F-260C9C14167D}"/>
              </a:ext>
            </a:extLst>
          </p:cNvPr>
          <p:cNvSpPr txBox="1"/>
          <p:nvPr/>
        </p:nvSpPr>
        <p:spPr>
          <a:xfrm>
            <a:off x="833188" y="1493804"/>
            <a:ext cx="37234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333333"/>
                </a:solidFill>
                <a:latin typeface="Calibri"/>
                <a:cs typeface="Segoe UI"/>
              </a:rPr>
              <a:t>1. Manage your negative emotions</a:t>
            </a:r>
            <a:endParaRPr lang="en-US" dirty="0">
              <a:solidFill>
                <a:srgbClr val="595959"/>
              </a:solidFill>
              <a:latin typeface="Calibri"/>
              <a:cs typeface="Calibri"/>
            </a:endParaRPr>
          </a:p>
        </p:txBody>
      </p:sp>
      <p:sp>
        <p:nvSpPr>
          <p:cNvPr id="4" name="TextBox 3">
            <a:extLst>
              <a:ext uri="{FF2B5EF4-FFF2-40B4-BE49-F238E27FC236}">
                <a16:creationId xmlns:a16="http://schemas.microsoft.com/office/drawing/2014/main" id="{4197027B-C6B1-417A-8E4D-8594F66FA37C}"/>
              </a:ext>
            </a:extLst>
          </p:cNvPr>
          <p:cNvSpPr txBox="1"/>
          <p:nvPr/>
        </p:nvSpPr>
        <p:spPr>
          <a:xfrm>
            <a:off x="718380" y="247003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b="1" dirty="0">
                <a:solidFill>
                  <a:srgbClr val="333333"/>
                </a:solidFill>
                <a:latin typeface="Calibri"/>
                <a:cs typeface="Calibri"/>
              </a:rPr>
              <a:t>3. Practice empathy</a:t>
            </a:r>
            <a:endParaRPr lang="en-US" dirty="0">
              <a:latin typeface="Calibri"/>
              <a:cs typeface="Calibri"/>
            </a:endParaRPr>
          </a:p>
        </p:txBody>
      </p:sp>
      <p:sp>
        <p:nvSpPr>
          <p:cNvPr id="6" name="TextBox 5">
            <a:extLst>
              <a:ext uri="{FF2B5EF4-FFF2-40B4-BE49-F238E27FC236}">
                <a16:creationId xmlns:a16="http://schemas.microsoft.com/office/drawing/2014/main" id="{C2B6C1D6-5953-4A29-AA7D-218AA357864B}"/>
              </a:ext>
            </a:extLst>
          </p:cNvPr>
          <p:cNvSpPr txBox="1"/>
          <p:nvPr/>
        </p:nvSpPr>
        <p:spPr>
          <a:xfrm>
            <a:off x="835697" y="2989958"/>
            <a:ext cx="25193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b="1" dirty="0">
                <a:solidFill>
                  <a:srgbClr val="333333"/>
                </a:solidFill>
                <a:latin typeface="Calibri"/>
                <a:cs typeface="Calibri"/>
              </a:rPr>
              <a:t>4. Know your </a:t>
            </a:r>
            <a:r>
              <a:rPr lang="en-AU" b="1" dirty="0" smtClean="0">
                <a:solidFill>
                  <a:srgbClr val="333333"/>
                </a:solidFill>
                <a:latin typeface="Calibri"/>
                <a:cs typeface="Calibri"/>
              </a:rPr>
              <a:t>stressors</a:t>
            </a:r>
            <a:endParaRPr lang="en-US" dirty="0">
              <a:latin typeface="Calibri"/>
              <a:cs typeface="Calibri"/>
            </a:endParaRPr>
          </a:p>
        </p:txBody>
      </p:sp>
      <p:sp>
        <p:nvSpPr>
          <p:cNvPr id="7" name="TextBox 6">
            <a:extLst>
              <a:ext uri="{FF2B5EF4-FFF2-40B4-BE49-F238E27FC236}">
                <a16:creationId xmlns:a16="http://schemas.microsoft.com/office/drawing/2014/main" id="{CF364521-EF59-4A63-BFDE-DBAAFA87EAF4}"/>
              </a:ext>
            </a:extLst>
          </p:cNvPr>
          <p:cNvSpPr txBox="1"/>
          <p:nvPr/>
        </p:nvSpPr>
        <p:spPr>
          <a:xfrm>
            <a:off x="999587" y="3509879"/>
            <a:ext cx="32168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b="1" dirty="0">
                <a:solidFill>
                  <a:srgbClr val="333333"/>
                </a:solidFill>
                <a:latin typeface="Calibri"/>
                <a:cs typeface="Calibri"/>
              </a:rPr>
              <a:t>5. Bounce back from </a:t>
            </a:r>
            <a:r>
              <a:rPr lang="en-AU" b="1" dirty="0" smtClean="0">
                <a:solidFill>
                  <a:srgbClr val="333333"/>
                </a:solidFill>
                <a:latin typeface="Calibri"/>
                <a:cs typeface="Calibri"/>
              </a:rPr>
              <a:t>adversity</a:t>
            </a:r>
            <a:endParaRPr lang="en-US" dirty="0">
              <a:latin typeface="Calibri"/>
              <a:cs typeface="Calibri"/>
            </a:endParaRPr>
          </a:p>
        </p:txBody>
      </p:sp>
      <p:pic>
        <p:nvPicPr>
          <p:cNvPr id="8" name="Picture 8" descr="A close up of a logo&#10;&#10;Description generated with high confidence">
            <a:extLst>
              <a:ext uri="{FF2B5EF4-FFF2-40B4-BE49-F238E27FC236}">
                <a16:creationId xmlns:a16="http://schemas.microsoft.com/office/drawing/2014/main" id="{E948F550-69DC-48A6-966B-8A7D080A0216}"/>
              </a:ext>
            </a:extLst>
          </p:cNvPr>
          <p:cNvPicPr>
            <a:picLocks noChangeAspect="1"/>
          </p:cNvPicPr>
          <p:nvPr/>
        </p:nvPicPr>
        <p:blipFill>
          <a:blip r:embed="rId2"/>
          <a:stretch>
            <a:fillRect/>
          </a:stretch>
        </p:blipFill>
        <p:spPr>
          <a:xfrm>
            <a:off x="4621634" y="1100377"/>
            <a:ext cx="3477986" cy="34779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p:nvPr/>
        </p:nvSpPr>
        <p:spPr>
          <a:xfrm>
            <a:off x="833188" y="1257300"/>
            <a:ext cx="7366915" cy="2844182"/>
          </a:xfrm>
          <a:prstGeom prst="rect">
            <a:avLst/>
          </a:prstGeom>
        </p:spPr>
        <p:txBody>
          <a:bodyPr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94030" indent="0">
              <a:lnSpc>
                <a:spcPct val="120000"/>
              </a:lnSpc>
              <a:spcBef>
                <a:spcPts val="600"/>
              </a:spcBef>
              <a:buFont typeface="Arial" panose="020B0604020202020204" pitchFamily="34" charset="0"/>
              <a:buNone/>
              <a:defRPr/>
            </a:pPr>
            <a:endParaRPr lang="en-AU" sz="1050" b="1" dirty="0">
              <a:solidFill>
                <a:srgbClr val="808080"/>
              </a:solidFill>
            </a:endParaRPr>
          </a:p>
          <a:p>
            <a:pPr marL="631190">
              <a:lnSpc>
                <a:spcPct val="120000"/>
              </a:lnSpc>
              <a:spcBef>
                <a:spcPts val="600"/>
              </a:spcBef>
              <a:buFont typeface="Wingdings" panose="05000000000000000000" pitchFamily="2" charset="2"/>
              <a:buChar char="Ø"/>
              <a:defRPr/>
            </a:pPr>
            <a:endParaRPr lang="en-AU" sz="1050" dirty="0"/>
          </a:p>
          <a:p>
            <a:pPr marL="631190">
              <a:lnSpc>
                <a:spcPct val="120000"/>
              </a:lnSpc>
              <a:spcBef>
                <a:spcPts val="600"/>
              </a:spcBef>
              <a:buFont typeface="Wingdings" panose="05000000000000000000" pitchFamily="2" charset="2"/>
              <a:buChar char="Ø"/>
              <a:defRPr/>
            </a:pPr>
            <a:endParaRPr lang="en-AU" sz="1050" dirty="0"/>
          </a:p>
          <a:p>
            <a:pPr marL="402590" indent="0">
              <a:lnSpc>
                <a:spcPct val="120000"/>
              </a:lnSpc>
              <a:spcBef>
                <a:spcPts val="600"/>
              </a:spcBef>
              <a:buNone/>
              <a:defRPr/>
            </a:pPr>
            <a:endParaRPr lang="en-US" sz="2000" dirty="0">
              <a:latin typeface="+mj-lt"/>
              <a:ea typeface="Verdana" panose="020B0604030504040204" pitchFamily="34" charset="0"/>
              <a:cs typeface="Verdana" panose="020B0604030504040204" pitchFamily="34" charset="0"/>
            </a:endParaRPr>
          </a:p>
        </p:txBody>
      </p:sp>
      <p:sp>
        <p:nvSpPr>
          <p:cNvPr id="2" name="Title 1"/>
          <p:cNvSpPr>
            <a:spLocks noGrp="1"/>
          </p:cNvSpPr>
          <p:nvPr>
            <p:ph type="title"/>
          </p:nvPr>
        </p:nvSpPr>
        <p:spPr>
          <a:xfrm>
            <a:off x="833188" y="495139"/>
            <a:ext cx="7366915" cy="448760"/>
          </a:xfrm>
        </p:spPr>
        <p:txBody>
          <a:bodyPr anchor="t">
            <a:normAutofit/>
          </a:bodyPr>
          <a:lstStyle/>
          <a:p>
            <a:pPr algn="ctr"/>
            <a:r>
              <a:rPr lang="en-US" dirty="0">
                <a:latin typeface="Calibri" panose="020F0502020204030204" pitchFamily="34" charset="0"/>
                <a:cs typeface="Calibri" panose="020F0502020204030204" pitchFamily="34" charset="0"/>
              </a:rPr>
              <a:t>What I learned today: Assessment</a:t>
            </a:r>
            <a:endParaRPr lang="en-AU"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D040421F-F911-4426-B64F-0F52B606E5CA}"/>
              </a:ext>
            </a:extLst>
          </p:cNvPr>
          <p:cNvSpPr txBox="1"/>
          <p:nvPr/>
        </p:nvSpPr>
        <p:spPr>
          <a:xfrm>
            <a:off x="1294164" y="1325460"/>
            <a:ext cx="644496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b="1" dirty="0">
                <a:solidFill>
                  <a:schemeClr val="accent1">
                    <a:lumMod val="75000"/>
                  </a:schemeClr>
                </a:solidFill>
                <a:latin typeface="Verdana" panose="020B0604030504040204" pitchFamily="34" charset="0"/>
                <a:ea typeface="Verdana" panose="020B0604030504040204" pitchFamily="34" charset="0"/>
                <a:cs typeface="Segoe UI"/>
              </a:rPr>
              <a:t>Summary /Reflection</a:t>
            </a:r>
            <a:r>
              <a:rPr lang="en-US" b="1" dirty="0">
                <a:solidFill>
                  <a:schemeClr val="accent1">
                    <a:lumMod val="75000"/>
                  </a:schemeClr>
                </a:solidFill>
                <a:latin typeface="Calibri"/>
                <a:cs typeface="Calibri"/>
              </a:rPr>
              <a:t> </a:t>
            </a:r>
          </a:p>
          <a:p>
            <a:pPr algn="ctr"/>
            <a:endParaRPr lang="en-AU" b="1" dirty="0">
              <a:latin typeface="Calibri"/>
              <a:cs typeface="Segoe UI"/>
            </a:endParaRPr>
          </a:p>
          <a:p>
            <a:pPr algn="ctr"/>
            <a:r>
              <a:rPr lang="en-AU" sz="1600" b="1" dirty="0">
                <a:cs typeface="Segoe UI"/>
              </a:rPr>
              <a:t>Instruction</a:t>
            </a:r>
            <a:r>
              <a:rPr lang="en-AU" sz="1600" b="1" dirty="0" smtClean="0">
                <a:cs typeface="Segoe UI"/>
              </a:rPr>
              <a:t>:</a:t>
            </a:r>
            <a:r>
              <a:rPr lang="en-AU" sz="1600" b="1" dirty="0">
                <a:cs typeface="Segoe UI"/>
              </a:rPr>
              <a:t> </a:t>
            </a:r>
            <a:r>
              <a:rPr lang="en-AU" sz="1600" dirty="0">
                <a:cs typeface="Calibri"/>
              </a:rPr>
              <a:t>Summarise what you  have learned today</a:t>
            </a:r>
            <a:r>
              <a:rPr lang="en-US" sz="1600" dirty="0">
                <a:cs typeface="Calibri"/>
              </a:rPr>
              <a:t> </a:t>
            </a:r>
            <a:endParaRPr lang="en-US" sz="1600" dirty="0"/>
          </a:p>
          <a:p>
            <a:pPr algn="ctr"/>
            <a:endParaRPr lang="en-US" dirty="0">
              <a:latin typeface="Calibri"/>
              <a:cs typeface="Calibri"/>
            </a:endParaRPr>
          </a:p>
          <a:p>
            <a:pPr algn="ctr"/>
            <a:endParaRPr lang="en-US" dirty="0">
              <a:latin typeface="Calibri"/>
              <a:cs typeface="Segoe UI"/>
            </a:endParaRPr>
          </a:p>
          <a:p>
            <a:pPr algn="ctr"/>
            <a:endParaRPr lang="en-US" dirty="0">
              <a:latin typeface="Calibri"/>
              <a:cs typeface="Calibri"/>
            </a:endParaRPr>
          </a:p>
          <a:p>
            <a:pPr algn="ctr"/>
            <a:r>
              <a:rPr lang="en-AU" b="1" dirty="0">
                <a:solidFill>
                  <a:schemeClr val="accent1">
                    <a:lumMod val="75000"/>
                  </a:schemeClr>
                </a:solidFill>
                <a:latin typeface="Verdana" panose="020B0604030504040204" pitchFamily="34" charset="0"/>
                <a:ea typeface="Verdana" panose="020B0604030504040204" pitchFamily="34" charset="0"/>
                <a:cs typeface="Segoe UI"/>
              </a:rPr>
              <a:t>Emotional Intelligence Plan </a:t>
            </a:r>
            <a:r>
              <a:rPr lang="en-US" dirty="0">
                <a:solidFill>
                  <a:schemeClr val="accent1">
                    <a:lumMod val="75000"/>
                  </a:schemeClr>
                </a:solidFill>
                <a:latin typeface="Verdana" panose="020B0604030504040204" pitchFamily="34" charset="0"/>
                <a:ea typeface="Verdana" panose="020B0604030504040204" pitchFamily="34" charset="0"/>
                <a:cs typeface="Calibri"/>
              </a:rPr>
              <a:t> </a:t>
            </a:r>
            <a:endParaRPr lang="en-US" dirty="0" smtClean="0">
              <a:solidFill>
                <a:schemeClr val="accent1">
                  <a:lumMod val="75000"/>
                </a:schemeClr>
              </a:solidFill>
              <a:latin typeface="Verdana" panose="020B0604030504040204" pitchFamily="34" charset="0"/>
              <a:ea typeface="Verdana" panose="020B0604030504040204" pitchFamily="34" charset="0"/>
              <a:cs typeface="Calibri"/>
            </a:endParaRPr>
          </a:p>
          <a:p>
            <a:pPr algn="ctr"/>
            <a:endParaRPr lang="en-US" dirty="0">
              <a:solidFill>
                <a:schemeClr val="accent1">
                  <a:lumMod val="75000"/>
                </a:schemeClr>
              </a:solidFill>
              <a:latin typeface="Verdana" panose="020B0604030504040204" pitchFamily="34" charset="0"/>
              <a:ea typeface="Verdana" panose="020B0604030504040204" pitchFamily="34" charset="0"/>
              <a:cs typeface="Calibri"/>
            </a:endParaRPr>
          </a:p>
          <a:p>
            <a:pPr algn="ctr"/>
            <a:r>
              <a:rPr lang="en-AU" sz="1600" dirty="0">
                <a:cs typeface="Segoe UI"/>
              </a:rPr>
              <a:t>Design a personal 6-month Plan on ways you can Improve your Emotional Intelligence </a:t>
            </a:r>
            <a:r>
              <a:rPr lang="en-US" sz="1600" dirty="0">
                <a:cs typeface="Calibri"/>
              </a:rPr>
              <a:t> </a:t>
            </a:r>
          </a:p>
        </p:txBody>
      </p:sp>
    </p:spTree>
    <p:extLst>
      <p:ext uri="{BB962C8B-B14F-4D97-AF65-F5344CB8AC3E}">
        <p14:creationId xmlns:p14="http://schemas.microsoft.com/office/powerpoint/2010/main" val="4198612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3BC684-95C7-4E77-B88B-56928472FE54}"/>
              </a:ext>
            </a:extLst>
          </p:cNvPr>
          <p:cNvSpPr/>
          <p:nvPr/>
        </p:nvSpPr>
        <p:spPr>
          <a:xfrm>
            <a:off x="0" y="0"/>
            <a:ext cx="9144000" cy="3990703"/>
          </a:xfrm>
          <a:prstGeom prst="rect">
            <a:avLst/>
          </a:prstGeom>
          <a:solidFill>
            <a:srgbClr val="1829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CE46DAA-09E8-4A69-99FD-F03894178454}"/>
              </a:ext>
            </a:extLst>
          </p:cNvPr>
          <p:cNvSpPr txBox="1"/>
          <p:nvPr/>
        </p:nvSpPr>
        <p:spPr>
          <a:xfrm>
            <a:off x="1102179" y="1476104"/>
            <a:ext cx="6939643" cy="923330"/>
          </a:xfrm>
          <a:prstGeom prst="rect">
            <a:avLst/>
          </a:prstGeom>
          <a:noFill/>
        </p:spPr>
        <p:txBody>
          <a:bodyPr wrap="square" rtlCol="0">
            <a:spAutoFit/>
          </a:bodyPr>
          <a:lstStyle/>
          <a:p>
            <a:pPr algn="ctr"/>
            <a:r>
              <a:rPr lang="en-AU" sz="3600" b="1">
                <a:solidFill>
                  <a:srgbClr val="FFFFFF"/>
                </a:solidFill>
              </a:rPr>
              <a:t>Do you have any questions?</a:t>
            </a:r>
          </a:p>
          <a:p>
            <a:pPr algn="ctr"/>
            <a:endParaRPr lang="en-AU" b="1">
              <a:solidFill>
                <a:srgbClr val="FFFFFF"/>
              </a:solidFill>
            </a:endParaRPr>
          </a:p>
        </p:txBody>
      </p:sp>
      <p:cxnSp>
        <p:nvCxnSpPr>
          <p:cNvPr id="7" name="Straight Connector 6">
            <a:extLst>
              <a:ext uri="{FF2B5EF4-FFF2-40B4-BE49-F238E27FC236}">
                <a16:creationId xmlns:a16="http://schemas.microsoft.com/office/drawing/2014/main" id="{F063E2EC-9E19-4B47-9E3A-FA733B3484E9}"/>
              </a:ext>
            </a:extLst>
          </p:cNvPr>
          <p:cNvCxnSpPr>
            <a:cxnSpLocks/>
          </p:cNvCxnSpPr>
          <p:nvPr/>
        </p:nvCxnSpPr>
        <p:spPr>
          <a:xfrm>
            <a:off x="1517650" y="2349500"/>
            <a:ext cx="6280150" cy="0"/>
          </a:xfrm>
          <a:prstGeom prst="line">
            <a:avLst/>
          </a:prstGeom>
          <a:ln w="12700">
            <a:solidFill>
              <a:srgbClr val="FFB6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F19AF51-322A-441F-94F5-CCC22342E533}"/>
              </a:ext>
            </a:extLst>
          </p:cNvPr>
          <p:cNvSpPr txBox="1"/>
          <p:nvPr/>
        </p:nvSpPr>
        <p:spPr>
          <a:xfrm>
            <a:off x="498654" y="4136231"/>
            <a:ext cx="1358067" cy="707886"/>
          </a:xfrm>
          <a:prstGeom prst="rect">
            <a:avLst/>
          </a:prstGeom>
          <a:noFill/>
        </p:spPr>
        <p:txBody>
          <a:bodyPr wrap="square" numCol="1" rtlCol="0" anchor="ctr">
            <a:spAutoFit/>
          </a:bodyPr>
          <a:lstStyle/>
          <a:p>
            <a:pPr>
              <a:lnSpc>
                <a:spcPct val="100000"/>
              </a:lnSpc>
            </a:pPr>
            <a:r>
              <a:rPr lang="en-GB" sz="800" b="1">
                <a:solidFill>
                  <a:srgbClr val="182958"/>
                </a:solidFill>
              </a:rPr>
              <a:t>Sydney</a:t>
            </a:r>
            <a:endParaRPr lang="en-AU" sz="800" b="1">
              <a:solidFill>
                <a:srgbClr val="182958"/>
              </a:solidFill>
            </a:endParaRPr>
          </a:p>
          <a:p>
            <a:pPr>
              <a:lnSpc>
                <a:spcPct val="100000"/>
              </a:lnSpc>
            </a:pPr>
            <a:r>
              <a:rPr lang="en-US" sz="800">
                <a:solidFill>
                  <a:srgbClr val="182958"/>
                </a:solidFill>
              </a:rPr>
              <a:t>Level 3, 55 Regent Street </a:t>
            </a:r>
            <a:endParaRPr lang="en-AU" sz="800">
              <a:solidFill>
                <a:srgbClr val="182958"/>
              </a:solidFill>
            </a:endParaRPr>
          </a:p>
          <a:p>
            <a:pPr>
              <a:lnSpc>
                <a:spcPct val="100000"/>
              </a:lnSpc>
            </a:pPr>
            <a:r>
              <a:rPr lang="en-US" sz="800">
                <a:solidFill>
                  <a:srgbClr val="182958"/>
                </a:solidFill>
              </a:rPr>
              <a:t>Chippendale, NSW 2008</a:t>
            </a:r>
            <a:endParaRPr lang="en-AU" sz="800">
              <a:solidFill>
                <a:srgbClr val="182958"/>
              </a:solidFill>
            </a:endParaRPr>
          </a:p>
          <a:p>
            <a:pPr>
              <a:lnSpc>
                <a:spcPct val="100000"/>
              </a:lnSpc>
            </a:pPr>
            <a:r>
              <a:rPr lang="en-GB" sz="800">
                <a:solidFill>
                  <a:srgbClr val="182958"/>
                </a:solidFill>
              </a:rPr>
              <a:t>Phone:+61 </a:t>
            </a:r>
            <a:r>
              <a:rPr lang="en-US" sz="800">
                <a:solidFill>
                  <a:srgbClr val="182958"/>
                </a:solidFill>
              </a:rPr>
              <a:t>2 9318 8171</a:t>
            </a:r>
            <a:endParaRPr lang="en-AU" sz="800">
              <a:solidFill>
                <a:srgbClr val="182958"/>
              </a:solidFill>
            </a:endParaRPr>
          </a:p>
          <a:p>
            <a:pPr>
              <a:lnSpc>
                <a:spcPct val="100000"/>
              </a:lnSpc>
            </a:pPr>
            <a:r>
              <a:rPr lang="en-GB" sz="800">
                <a:solidFill>
                  <a:srgbClr val="182958"/>
                </a:solidFill>
              </a:rPr>
              <a:t>Email: py@eca.edu.au</a:t>
            </a:r>
            <a:endParaRPr lang="en-AU" sz="800">
              <a:solidFill>
                <a:srgbClr val="182958"/>
              </a:solidFill>
            </a:endParaRPr>
          </a:p>
        </p:txBody>
      </p:sp>
      <p:sp>
        <p:nvSpPr>
          <p:cNvPr id="6" name="TextBox 5">
            <a:extLst>
              <a:ext uri="{FF2B5EF4-FFF2-40B4-BE49-F238E27FC236}">
                <a16:creationId xmlns:a16="http://schemas.microsoft.com/office/drawing/2014/main" id="{9A796CE0-1BBA-4867-8C50-5671FAA78A7F}"/>
              </a:ext>
            </a:extLst>
          </p:cNvPr>
          <p:cNvSpPr txBox="1"/>
          <p:nvPr/>
        </p:nvSpPr>
        <p:spPr>
          <a:xfrm>
            <a:off x="2166923" y="4136231"/>
            <a:ext cx="1562361" cy="707886"/>
          </a:xfrm>
          <a:prstGeom prst="rect">
            <a:avLst/>
          </a:prstGeom>
          <a:noFill/>
        </p:spPr>
        <p:txBody>
          <a:bodyPr wrap="square" numCol="1" rtlCol="0" anchor="ctr">
            <a:spAutoFit/>
          </a:bodyPr>
          <a:lstStyle/>
          <a:p>
            <a:pPr>
              <a:lnSpc>
                <a:spcPct val="100000"/>
              </a:lnSpc>
            </a:pPr>
            <a:r>
              <a:rPr lang="en-US" sz="800" b="1">
                <a:solidFill>
                  <a:srgbClr val="182958"/>
                </a:solidFill>
              </a:rPr>
              <a:t>Melbourne</a:t>
            </a:r>
            <a:endParaRPr lang="en-AU" sz="800" b="1">
              <a:solidFill>
                <a:srgbClr val="182958"/>
              </a:solidFill>
            </a:endParaRPr>
          </a:p>
          <a:p>
            <a:pPr>
              <a:lnSpc>
                <a:spcPct val="100000"/>
              </a:lnSpc>
            </a:pPr>
            <a:r>
              <a:rPr lang="en-US" sz="800">
                <a:solidFill>
                  <a:srgbClr val="182958"/>
                </a:solidFill>
              </a:rPr>
              <a:t>Level 7, 399 Lonsdale Street</a:t>
            </a:r>
            <a:endParaRPr lang="en-AU" sz="800">
              <a:solidFill>
                <a:srgbClr val="182958"/>
              </a:solidFill>
            </a:endParaRPr>
          </a:p>
          <a:p>
            <a:pPr>
              <a:lnSpc>
                <a:spcPct val="100000"/>
              </a:lnSpc>
            </a:pPr>
            <a:r>
              <a:rPr lang="en-US" sz="800">
                <a:solidFill>
                  <a:srgbClr val="182958"/>
                </a:solidFill>
              </a:rPr>
              <a:t>Melbourne, VIC 3000</a:t>
            </a:r>
            <a:endParaRPr lang="en-AU" sz="800">
              <a:solidFill>
                <a:srgbClr val="182958"/>
              </a:solidFill>
            </a:endParaRPr>
          </a:p>
          <a:p>
            <a:pPr>
              <a:lnSpc>
                <a:spcPct val="100000"/>
              </a:lnSpc>
            </a:pPr>
            <a:r>
              <a:rPr lang="en-GB" sz="800">
                <a:solidFill>
                  <a:srgbClr val="182958"/>
                </a:solidFill>
              </a:rPr>
              <a:t>Phone:+61 </a:t>
            </a:r>
            <a:r>
              <a:rPr lang="en-US" sz="800">
                <a:solidFill>
                  <a:srgbClr val="182958"/>
                </a:solidFill>
              </a:rPr>
              <a:t>3 9603 5333</a:t>
            </a:r>
            <a:endParaRPr lang="en-AU" sz="800">
              <a:solidFill>
                <a:srgbClr val="182958"/>
              </a:solidFill>
            </a:endParaRPr>
          </a:p>
          <a:p>
            <a:pPr>
              <a:lnSpc>
                <a:spcPct val="100000"/>
              </a:lnSpc>
            </a:pPr>
            <a:r>
              <a:rPr lang="en-GB" sz="800">
                <a:solidFill>
                  <a:srgbClr val="182958"/>
                </a:solidFill>
              </a:rPr>
              <a:t>Email: enquirepy@eca.edu.au</a:t>
            </a:r>
            <a:endParaRPr lang="en-AU" sz="800">
              <a:solidFill>
                <a:srgbClr val="182958"/>
              </a:solidFill>
            </a:endParaRPr>
          </a:p>
        </p:txBody>
      </p:sp>
      <p:sp>
        <p:nvSpPr>
          <p:cNvPr id="8" name="TextBox 7">
            <a:extLst>
              <a:ext uri="{FF2B5EF4-FFF2-40B4-BE49-F238E27FC236}">
                <a16:creationId xmlns:a16="http://schemas.microsoft.com/office/drawing/2014/main" id="{83768C9F-CDDF-43EA-96A7-9576974DE3D9}"/>
              </a:ext>
            </a:extLst>
          </p:cNvPr>
          <p:cNvSpPr txBox="1"/>
          <p:nvPr/>
        </p:nvSpPr>
        <p:spPr>
          <a:xfrm>
            <a:off x="4067407" y="4144082"/>
            <a:ext cx="1562361" cy="707886"/>
          </a:xfrm>
          <a:prstGeom prst="rect">
            <a:avLst/>
          </a:prstGeom>
          <a:noFill/>
        </p:spPr>
        <p:txBody>
          <a:bodyPr wrap="square" numCol="1" rtlCol="0" anchor="ctr">
            <a:spAutoFit/>
          </a:bodyPr>
          <a:lstStyle/>
          <a:p>
            <a:pPr>
              <a:lnSpc>
                <a:spcPct val="100000"/>
              </a:lnSpc>
            </a:pPr>
            <a:r>
              <a:rPr lang="en-US" sz="800" b="1">
                <a:solidFill>
                  <a:srgbClr val="182958"/>
                </a:solidFill>
              </a:rPr>
              <a:t>Brisbane</a:t>
            </a:r>
            <a:endParaRPr lang="en-AU" sz="800" b="1">
              <a:solidFill>
                <a:srgbClr val="182958"/>
              </a:solidFill>
            </a:endParaRPr>
          </a:p>
          <a:p>
            <a:pPr>
              <a:lnSpc>
                <a:spcPct val="100000"/>
              </a:lnSpc>
            </a:pPr>
            <a:r>
              <a:rPr lang="en-US" sz="800">
                <a:solidFill>
                  <a:srgbClr val="182958"/>
                </a:solidFill>
              </a:rPr>
              <a:t>Level 1, 126 Margaret Street</a:t>
            </a:r>
            <a:endParaRPr lang="en-AU" sz="800">
              <a:solidFill>
                <a:srgbClr val="182958"/>
              </a:solidFill>
            </a:endParaRPr>
          </a:p>
          <a:p>
            <a:pPr>
              <a:lnSpc>
                <a:spcPct val="100000"/>
              </a:lnSpc>
            </a:pPr>
            <a:r>
              <a:rPr lang="en-US" sz="800">
                <a:solidFill>
                  <a:srgbClr val="182958"/>
                </a:solidFill>
              </a:rPr>
              <a:t>Brisbane, QLD 4000</a:t>
            </a:r>
            <a:endParaRPr lang="en-AU" sz="800">
              <a:solidFill>
                <a:srgbClr val="182958"/>
              </a:solidFill>
            </a:endParaRPr>
          </a:p>
          <a:p>
            <a:pPr>
              <a:lnSpc>
                <a:spcPct val="100000"/>
              </a:lnSpc>
            </a:pPr>
            <a:r>
              <a:rPr lang="en-GB" sz="800">
                <a:solidFill>
                  <a:srgbClr val="182958"/>
                </a:solidFill>
              </a:rPr>
              <a:t>Phone:+61 7</a:t>
            </a:r>
            <a:r>
              <a:rPr lang="en-US" sz="800">
                <a:solidFill>
                  <a:srgbClr val="182958"/>
                </a:solidFill>
              </a:rPr>
              <a:t> 3210 7450</a:t>
            </a:r>
            <a:endParaRPr lang="en-AU" sz="800">
              <a:solidFill>
                <a:srgbClr val="182958"/>
              </a:solidFill>
            </a:endParaRPr>
          </a:p>
          <a:p>
            <a:pPr>
              <a:lnSpc>
                <a:spcPct val="100000"/>
              </a:lnSpc>
            </a:pPr>
            <a:r>
              <a:rPr lang="en-GB" sz="800">
                <a:solidFill>
                  <a:srgbClr val="182958"/>
                </a:solidFill>
              </a:rPr>
              <a:t>Email: enquirepy@eca.edu.au</a:t>
            </a:r>
            <a:endParaRPr lang="en-AU" sz="800">
              <a:solidFill>
                <a:srgbClr val="18295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3BC684-95C7-4E77-B88B-56928472FE54}"/>
              </a:ext>
            </a:extLst>
          </p:cNvPr>
          <p:cNvSpPr/>
          <p:nvPr/>
        </p:nvSpPr>
        <p:spPr>
          <a:xfrm>
            <a:off x="0" y="0"/>
            <a:ext cx="9144000" cy="3990703"/>
          </a:xfrm>
          <a:prstGeom prst="rect">
            <a:avLst/>
          </a:prstGeom>
          <a:solidFill>
            <a:srgbClr val="1829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F063E2EC-9E19-4B47-9E3A-FA733B3484E9}"/>
              </a:ext>
            </a:extLst>
          </p:cNvPr>
          <p:cNvCxnSpPr>
            <a:cxnSpLocks/>
          </p:cNvCxnSpPr>
          <p:nvPr/>
        </p:nvCxnSpPr>
        <p:spPr>
          <a:xfrm>
            <a:off x="1517650" y="2349500"/>
            <a:ext cx="6280150" cy="0"/>
          </a:xfrm>
          <a:prstGeom prst="line">
            <a:avLst/>
          </a:prstGeom>
          <a:ln w="12700">
            <a:solidFill>
              <a:srgbClr val="FFB600"/>
            </a:solidFill>
          </a:ln>
        </p:spPr>
        <p:style>
          <a:lnRef idx="1">
            <a:schemeClr val="accent1"/>
          </a:lnRef>
          <a:fillRef idx="0">
            <a:schemeClr val="accent1"/>
          </a:fillRef>
          <a:effectRef idx="0">
            <a:schemeClr val="accent1"/>
          </a:effectRef>
          <a:fontRef idx="minor">
            <a:schemeClr val="tx1"/>
          </a:fontRef>
        </p:style>
      </p:cxnSp>
      <p:sp>
        <p:nvSpPr>
          <p:cNvPr id="5" name="TextBox 5">
            <a:extLst>
              <a:ext uri="{FF2B5EF4-FFF2-40B4-BE49-F238E27FC236}">
                <a16:creationId xmlns:a16="http://schemas.microsoft.com/office/drawing/2014/main" id="{38073F39-BBD9-4EE3-AA2E-48E5E44B5CB5}"/>
              </a:ext>
            </a:extLst>
          </p:cNvPr>
          <p:cNvSpPr txBox="1"/>
          <p:nvPr/>
        </p:nvSpPr>
        <p:spPr>
          <a:xfrm>
            <a:off x="1102542" y="2339975"/>
            <a:ext cx="6939280" cy="463550"/>
          </a:xfrm>
          <a:prstGeom prst="rect">
            <a:avLst/>
          </a:prstGeom>
          <a:noFill/>
        </p:spPr>
        <p:txBody>
          <a:bodyPr wrap="square" rtlCol="0">
            <a:spAutoFit/>
          </a:bodyPr>
          <a:lstStyle/>
          <a:p>
            <a:pPr algn="ctr">
              <a:spcAft>
                <a:spcPts val="0"/>
              </a:spcAft>
            </a:pPr>
            <a:r>
              <a:rPr lang="en-AU" sz="2400" kern="120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Thank you</a:t>
            </a:r>
            <a:endParaRPr lang="en-AU" sz="120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61B23D4F-EC36-4C3A-996D-40BA7AF2BD2C}"/>
              </a:ext>
            </a:extLst>
          </p:cNvPr>
          <p:cNvSpPr txBox="1"/>
          <p:nvPr/>
        </p:nvSpPr>
        <p:spPr>
          <a:xfrm>
            <a:off x="498654" y="4136231"/>
            <a:ext cx="1358067" cy="707886"/>
          </a:xfrm>
          <a:prstGeom prst="rect">
            <a:avLst/>
          </a:prstGeom>
          <a:noFill/>
        </p:spPr>
        <p:txBody>
          <a:bodyPr wrap="square" numCol="1" rtlCol="0" anchor="ctr">
            <a:spAutoFit/>
          </a:bodyPr>
          <a:lstStyle/>
          <a:p>
            <a:pPr>
              <a:lnSpc>
                <a:spcPct val="100000"/>
              </a:lnSpc>
            </a:pPr>
            <a:r>
              <a:rPr lang="en-GB" sz="800" b="1">
                <a:solidFill>
                  <a:srgbClr val="182958"/>
                </a:solidFill>
              </a:rPr>
              <a:t>Sydney</a:t>
            </a:r>
            <a:endParaRPr lang="en-AU" sz="800" b="1">
              <a:solidFill>
                <a:srgbClr val="182958"/>
              </a:solidFill>
            </a:endParaRPr>
          </a:p>
          <a:p>
            <a:pPr>
              <a:lnSpc>
                <a:spcPct val="100000"/>
              </a:lnSpc>
            </a:pPr>
            <a:r>
              <a:rPr lang="en-US" sz="800">
                <a:solidFill>
                  <a:srgbClr val="182958"/>
                </a:solidFill>
              </a:rPr>
              <a:t>Level 3, 55 Regent Street </a:t>
            </a:r>
            <a:endParaRPr lang="en-AU" sz="800">
              <a:solidFill>
                <a:srgbClr val="182958"/>
              </a:solidFill>
            </a:endParaRPr>
          </a:p>
          <a:p>
            <a:pPr>
              <a:lnSpc>
                <a:spcPct val="100000"/>
              </a:lnSpc>
            </a:pPr>
            <a:r>
              <a:rPr lang="en-US" sz="800">
                <a:solidFill>
                  <a:srgbClr val="182958"/>
                </a:solidFill>
              </a:rPr>
              <a:t>Chippendale, NSW 2008</a:t>
            </a:r>
            <a:endParaRPr lang="en-AU" sz="800">
              <a:solidFill>
                <a:srgbClr val="182958"/>
              </a:solidFill>
            </a:endParaRPr>
          </a:p>
          <a:p>
            <a:pPr>
              <a:lnSpc>
                <a:spcPct val="100000"/>
              </a:lnSpc>
            </a:pPr>
            <a:r>
              <a:rPr lang="en-GB" sz="800">
                <a:solidFill>
                  <a:srgbClr val="182958"/>
                </a:solidFill>
              </a:rPr>
              <a:t>Phone:+61 </a:t>
            </a:r>
            <a:r>
              <a:rPr lang="en-US" sz="800">
                <a:solidFill>
                  <a:srgbClr val="182958"/>
                </a:solidFill>
              </a:rPr>
              <a:t>2 9318 8171</a:t>
            </a:r>
            <a:endParaRPr lang="en-AU" sz="800">
              <a:solidFill>
                <a:srgbClr val="182958"/>
              </a:solidFill>
            </a:endParaRPr>
          </a:p>
          <a:p>
            <a:pPr>
              <a:lnSpc>
                <a:spcPct val="100000"/>
              </a:lnSpc>
            </a:pPr>
            <a:r>
              <a:rPr lang="en-GB" sz="800">
                <a:solidFill>
                  <a:srgbClr val="182958"/>
                </a:solidFill>
              </a:rPr>
              <a:t>Email: py@eca.edu.au</a:t>
            </a:r>
            <a:endParaRPr lang="en-AU" sz="800">
              <a:solidFill>
                <a:srgbClr val="182958"/>
              </a:solidFill>
            </a:endParaRPr>
          </a:p>
        </p:txBody>
      </p:sp>
      <p:sp>
        <p:nvSpPr>
          <p:cNvPr id="9" name="TextBox 8">
            <a:extLst>
              <a:ext uri="{FF2B5EF4-FFF2-40B4-BE49-F238E27FC236}">
                <a16:creationId xmlns:a16="http://schemas.microsoft.com/office/drawing/2014/main" id="{5DDB541F-D17A-43EE-A482-A0B37454C82D}"/>
              </a:ext>
            </a:extLst>
          </p:cNvPr>
          <p:cNvSpPr txBox="1"/>
          <p:nvPr/>
        </p:nvSpPr>
        <p:spPr>
          <a:xfrm>
            <a:off x="2166923" y="4136231"/>
            <a:ext cx="1562361" cy="707886"/>
          </a:xfrm>
          <a:prstGeom prst="rect">
            <a:avLst/>
          </a:prstGeom>
          <a:noFill/>
        </p:spPr>
        <p:txBody>
          <a:bodyPr wrap="square" numCol="1" rtlCol="0" anchor="ctr">
            <a:spAutoFit/>
          </a:bodyPr>
          <a:lstStyle/>
          <a:p>
            <a:pPr>
              <a:lnSpc>
                <a:spcPct val="100000"/>
              </a:lnSpc>
            </a:pPr>
            <a:r>
              <a:rPr lang="en-US" sz="800" b="1">
                <a:solidFill>
                  <a:srgbClr val="182958"/>
                </a:solidFill>
              </a:rPr>
              <a:t>Melbourne</a:t>
            </a:r>
            <a:endParaRPr lang="en-AU" sz="800" b="1">
              <a:solidFill>
                <a:srgbClr val="182958"/>
              </a:solidFill>
            </a:endParaRPr>
          </a:p>
          <a:p>
            <a:pPr>
              <a:lnSpc>
                <a:spcPct val="100000"/>
              </a:lnSpc>
            </a:pPr>
            <a:r>
              <a:rPr lang="en-US" sz="800">
                <a:solidFill>
                  <a:srgbClr val="182958"/>
                </a:solidFill>
              </a:rPr>
              <a:t>Level 7, 399 Lonsdale Street</a:t>
            </a:r>
            <a:endParaRPr lang="en-AU" sz="800">
              <a:solidFill>
                <a:srgbClr val="182958"/>
              </a:solidFill>
            </a:endParaRPr>
          </a:p>
          <a:p>
            <a:pPr>
              <a:lnSpc>
                <a:spcPct val="100000"/>
              </a:lnSpc>
            </a:pPr>
            <a:r>
              <a:rPr lang="en-US" sz="800">
                <a:solidFill>
                  <a:srgbClr val="182958"/>
                </a:solidFill>
              </a:rPr>
              <a:t>Melbourne, VIC 3000</a:t>
            </a:r>
            <a:endParaRPr lang="en-AU" sz="800">
              <a:solidFill>
                <a:srgbClr val="182958"/>
              </a:solidFill>
            </a:endParaRPr>
          </a:p>
          <a:p>
            <a:pPr>
              <a:lnSpc>
                <a:spcPct val="100000"/>
              </a:lnSpc>
            </a:pPr>
            <a:r>
              <a:rPr lang="en-GB" sz="800">
                <a:solidFill>
                  <a:srgbClr val="182958"/>
                </a:solidFill>
              </a:rPr>
              <a:t>Phone:+61 </a:t>
            </a:r>
            <a:r>
              <a:rPr lang="en-US" sz="800">
                <a:solidFill>
                  <a:srgbClr val="182958"/>
                </a:solidFill>
              </a:rPr>
              <a:t>3 9603 5333</a:t>
            </a:r>
            <a:endParaRPr lang="en-AU" sz="800">
              <a:solidFill>
                <a:srgbClr val="182958"/>
              </a:solidFill>
            </a:endParaRPr>
          </a:p>
          <a:p>
            <a:pPr>
              <a:lnSpc>
                <a:spcPct val="100000"/>
              </a:lnSpc>
            </a:pPr>
            <a:r>
              <a:rPr lang="en-GB" sz="800">
                <a:solidFill>
                  <a:srgbClr val="182958"/>
                </a:solidFill>
              </a:rPr>
              <a:t>Email: enquirepy@eca.edu.au</a:t>
            </a:r>
            <a:endParaRPr lang="en-AU" sz="800">
              <a:solidFill>
                <a:srgbClr val="182958"/>
              </a:solidFill>
            </a:endParaRPr>
          </a:p>
        </p:txBody>
      </p:sp>
      <p:sp>
        <p:nvSpPr>
          <p:cNvPr id="10" name="TextBox 9">
            <a:extLst>
              <a:ext uri="{FF2B5EF4-FFF2-40B4-BE49-F238E27FC236}">
                <a16:creationId xmlns:a16="http://schemas.microsoft.com/office/drawing/2014/main" id="{5E12A9B7-2CB7-4E66-BFC0-A976881EB6F5}"/>
              </a:ext>
            </a:extLst>
          </p:cNvPr>
          <p:cNvSpPr txBox="1"/>
          <p:nvPr/>
        </p:nvSpPr>
        <p:spPr>
          <a:xfrm>
            <a:off x="4067407" y="4144082"/>
            <a:ext cx="1562361" cy="707886"/>
          </a:xfrm>
          <a:prstGeom prst="rect">
            <a:avLst/>
          </a:prstGeom>
          <a:noFill/>
        </p:spPr>
        <p:txBody>
          <a:bodyPr wrap="square" numCol="1" rtlCol="0" anchor="ctr">
            <a:spAutoFit/>
          </a:bodyPr>
          <a:lstStyle/>
          <a:p>
            <a:pPr>
              <a:lnSpc>
                <a:spcPct val="100000"/>
              </a:lnSpc>
            </a:pPr>
            <a:r>
              <a:rPr lang="en-US" sz="800" b="1">
                <a:solidFill>
                  <a:srgbClr val="182958"/>
                </a:solidFill>
              </a:rPr>
              <a:t>Brisbane</a:t>
            </a:r>
            <a:endParaRPr lang="en-AU" sz="800" b="1">
              <a:solidFill>
                <a:srgbClr val="182958"/>
              </a:solidFill>
            </a:endParaRPr>
          </a:p>
          <a:p>
            <a:pPr>
              <a:lnSpc>
                <a:spcPct val="100000"/>
              </a:lnSpc>
            </a:pPr>
            <a:r>
              <a:rPr lang="en-US" sz="800">
                <a:solidFill>
                  <a:srgbClr val="182958"/>
                </a:solidFill>
              </a:rPr>
              <a:t>Level 1, 126 Margaret Street</a:t>
            </a:r>
            <a:endParaRPr lang="en-AU" sz="800">
              <a:solidFill>
                <a:srgbClr val="182958"/>
              </a:solidFill>
            </a:endParaRPr>
          </a:p>
          <a:p>
            <a:pPr>
              <a:lnSpc>
                <a:spcPct val="100000"/>
              </a:lnSpc>
            </a:pPr>
            <a:r>
              <a:rPr lang="en-US" sz="800">
                <a:solidFill>
                  <a:srgbClr val="182958"/>
                </a:solidFill>
              </a:rPr>
              <a:t>Brisbane, QLD 4000</a:t>
            </a:r>
            <a:endParaRPr lang="en-AU" sz="800">
              <a:solidFill>
                <a:srgbClr val="182958"/>
              </a:solidFill>
            </a:endParaRPr>
          </a:p>
          <a:p>
            <a:pPr>
              <a:lnSpc>
                <a:spcPct val="100000"/>
              </a:lnSpc>
            </a:pPr>
            <a:r>
              <a:rPr lang="en-GB" sz="800">
                <a:solidFill>
                  <a:srgbClr val="182958"/>
                </a:solidFill>
              </a:rPr>
              <a:t>Phone:+61 7</a:t>
            </a:r>
            <a:r>
              <a:rPr lang="en-US" sz="800">
                <a:solidFill>
                  <a:srgbClr val="182958"/>
                </a:solidFill>
              </a:rPr>
              <a:t> 3210 7450</a:t>
            </a:r>
            <a:endParaRPr lang="en-AU" sz="800">
              <a:solidFill>
                <a:srgbClr val="182958"/>
              </a:solidFill>
            </a:endParaRPr>
          </a:p>
          <a:p>
            <a:pPr>
              <a:lnSpc>
                <a:spcPct val="100000"/>
              </a:lnSpc>
            </a:pPr>
            <a:r>
              <a:rPr lang="en-GB" sz="800">
                <a:solidFill>
                  <a:srgbClr val="182958"/>
                </a:solidFill>
              </a:rPr>
              <a:t>Email: enquirepy@eca.edu.au</a:t>
            </a:r>
            <a:endParaRPr lang="en-AU" sz="800">
              <a:solidFill>
                <a:srgbClr val="182958"/>
              </a:solidFill>
            </a:endParaRPr>
          </a:p>
        </p:txBody>
      </p:sp>
      <p:pic>
        <p:nvPicPr>
          <p:cNvPr id="13" name="Picture 12" descr="A close up of a sign&#10;&#10;Description generated with very high confidence">
            <a:extLst>
              <a:ext uri="{FF2B5EF4-FFF2-40B4-BE49-F238E27FC236}">
                <a16:creationId xmlns:a16="http://schemas.microsoft.com/office/drawing/2014/main" id="{02A1127D-83D9-4E31-8B70-3F8A64737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5860" y="852623"/>
            <a:ext cx="4043729" cy="1451943"/>
          </a:xfrm>
          <a:prstGeom prst="rect">
            <a:avLst/>
          </a:prstGeom>
          <a:solidFill>
            <a:schemeClr val="bg1"/>
          </a:solidFill>
        </p:spPr>
      </p:pic>
    </p:spTree>
    <p:extLst>
      <p:ext uri="{BB962C8B-B14F-4D97-AF65-F5344CB8AC3E}">
        <p14:creationId xmlns:p14="http://schemas.microsoft.com/office/powerpoint/2010/main" val="1513049577"/>
      </p:ext>
    </p:extLst>
  </p:cSld>
  <p:clrMapOvr>
    <a:masterClrMapping/>
  </p:clrMapOvr>
</p:sld>
</file>

<file path=ppt/theme/theme1.xml><?xml version="1.0" encoding="utf-8"?>
<a:theme xmlns:a="http://schemas.openxmlformats.org/drawingml/2006/main" name="Custom Design">
  <a:themeElements>
    <a:clrScheme name="Custom 2">
      <a:dk1>
        <a:srgbClr val="595959"/>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FFC000"/>
      </a:accent6>
      <a:hlink>
        <a:srgbClr val="0070C0"/>
      </a:hlink>
      <a:folHlink>
        <a:srgbClr val="0070C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73D03C944D93419143A96370E966EE" ma:contentTypeVersion="10" ma:contentTypeDescription="Create a new document." ma:contentTypeScope="" ma:versionID="bd0b7e436a6a3134c1976bfe607c4df9">
  <xsd:schema xmlns:xsd="http://www.w3.org/2001/XMLSchema" xmlns:xs="http://www.w3.org/2001/XMLSchema" xmlns:p="http://schemas.microsoft.com/office/2006/metadata/properties" xmlns:ns2="2bfabe20-4a87-4bfb-933c-80f5558330f6" xmlns:ns3="acace3b4-2d33-45e9-b28e-529ba8f94254" targetNamespace="http://schemas.microsoft.com/office/2006/metadata/properties" ma:root="true" ma:fieldsID="1b4c7fce8eda3db231bc195d2d4e6bd2" ns2:_="" ns3:_="">
    <xsd:import namespace="2bfabe20-4a87-4bfb-933c-80f5558330f6"/>
    <xsd:import namespace="acace3b4-2d33-45e9-b28e-529ba8f9425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fabe20-4a87-4bfb-933c-80f5558330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cace3b4-2d33-45e9-b28e-529ba8f9425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60B4A6-430B-4083-A23C-9FFD83B11FA6}">
  <ds:schemaRefs>
    <ds:schemaRef ds:uri="2bfabe20-4a87-4bfb-933c-80f5558330f6"/>
    <ds:schemaRef ds:uri="acace3b4-2d33-45e9-b28e-529ba8f9425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039CA78-3926-4053-914C-EB57A50498AA}">
  <ds:schemaRefs>
    <ds:schemaRef ds:uri="http://purl.org/dc/terms/"/>
    <ds:schemaRef ds:uri="http://schemas.microsoft.com/office/infopath/2007/PartnerControls"/>
    <ds:schemaRef ds:uri="http://purl.org/dc/elements/1.1/"/>
    <ds:schemaRef ds:uri="acace3b4-2d33-45e9-b28e-529ba8f94254"/>
    <ds:schemaRef ds:uri="http://www.w3.org/XML/1998/namespace"/>
    <ds:schemaRef ds:uri="http://schemas.microsoft.com/office/2006/metadata/properties"/>
    <ds:schemaRef ds:uri="http://schemas.microsoft.com/office/2006/documentManagement/types"/>
    <ds:schemaRef ds:uri="http://schemas.openxmlformats.org/package/2006/metadata/core-properties"/>
    <ds:schemaRef ds:uri="2bfabe20-4a87-4bfb-933c-80f5558330f6"/>
    <ds:schemaRef ds:uri="http://purl.org/dc/dcmitype/"/>
  </ds:schemaRefs>
</ds:datastoreItem>
</file>

<file path=customXml/itemProps3.xml><?xml version="1.0" encoding="utf-8"?>
<ds:datastoreItem xmlns:ds="http://schemas.openxmlformats.org/officeDocument/2006/customXml" ds:itemID="{2CFD996D-B42A-4AED-BA68-86FE8E073A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28</TotalTime>
  <Words>429</Words>
  <Application>Microsoft Office PowerPoint</Application>
  <PresentationFormat>On-screen Show (16:9)</PresentationFormat>
  <Paragraphs>123</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vt:lpstr>
      <vt:lpstr>Calibri</vt:lpstr>
      <vt:lpstr>Corbel</vt:lpstr>
      <vt:lpstr>Georgia</vt:lpstr>
      <vt:lpstr>Segoe UI</vt:lpstr>
      <vt:lpstr>Symbol,Sans-Serif</vt:lpstr>
      <vt:lpstr>Times New Roman</vt:lpstr>
      <vt:lpstr>Verdana</vt:lpstr>
      <vt:lpstr>Wingdings</vt:lpstr>
      <vt:lpstr>Custom Design</vt:lpstr>
      <vt:lpstr>PowerPoint Presentation</vt:lpstr>
      <vt:lpstr>Emotional Intelligence </vt:lpstr>
      <vt:lpstr>Emotional Intelligence </vt:lpstr>
      <vt:lpstr>Emotional Intelligence </vt:lpstr>
      <vt:lpstr>Emotional Intelligence </vt:lpstr>
      <vt:lpstr>Emotional Intelligence </vt:lpstr>
      <vt:lpstr>Emotional Intelligence </vt:lpstr>
      <vt:lpstr>Emotional Intelligence </vt:lpstr>
      <vt:lpstr>Emotional Intelligence </vt:lpstr>
      <vt:lpstr>Emotional Intelligence Quiz</vt:lpstr>
      <vt:lpstr>5 Ways To Develop Your Emotional Intelligence</vt:lpstr>
      <vt:lpstr>What I learned today: Assessment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Catarina Campos</dc:creator>
  <cp:lastModifiedBy>Sarah Vaughan Plummer</cp:lastModifiedBy>
  <cp:revision>282</cp:revision>
  <dcterms:created xsi:type="dcterms:W3CDTF">2018-03-14T03:30:00Z</dcterms:created>
  <dcterms:modified xsi:type="dcterms:W3CDTF">2020-06-02T17:02:52Z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1033-10.2.0.7439</vt:lpwstr>
  </property>
  <property fmtid="{D5CDD505-2E9C-101B-9397-08002B2CF9AE}" pid="3" name="ContentTypeId">
    <vt:lpwstr>0x0101000073D03C944D93419143A96370E966EE</vt:lpwstr>
  </property>
</Properties>
</file>
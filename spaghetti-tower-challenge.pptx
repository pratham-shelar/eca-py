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73CB8-D1C4-4B58-830B-9F3CB4066DBA}" type="datetimeFigureOut">
              <a:rPr lang="en-AU" smtClean="0"/>
              <a:t>16/07/2019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666D4-1B31-41C7-AA1C-83ED37374A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617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0B913-60C3-42E3-8837-E91B1E5B032E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00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EADA-9A3E-4297-9567-76AC0DDBF471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193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808F1-67C3-4188-A847-C2A3B68D1229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33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2A6E-CABC-4201-97BB-AEDB1536A392}" type="datetime1">
              <a:rPr lang="en-AU" smtClean="0"/>
              <a:t>16/07/2019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30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1A9C-6E95-41F0-926D-E86F7380225D}" type="datetime1">
              <a:rPr lang="en-AU" smtClean="0"/>
              <a:t>16/07/2019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32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5B30-556E-44E1-B678-9790C365A81B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51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9FE06-701E-4DBF-AF52-F5B397B373F8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89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CA6E-9015-4DD3-96CE-B35B7FB28F83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39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147C-9CD0-42D3-B5A4-25E8C153D517}" type="datetime1">
              <a:rPr lang="en-AU" smtClean="0"/>
              <a:t>16/07/2019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44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71FFE-32EA-446D-BEDF-5BB8A8CA3025}" type="datetime1">
              <a:rPr lang="en-AU" smtClean="0"/>
              <a:t>16/07/2019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484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4E3AF-E8FA-44BC-8462-854D51875482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8382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AF948-1971-4FF0-BA70-79758723C159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014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05A5-9601-40F8-BB27-87D2E02CA372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3550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8DD9D-727E-4A27-8E13-5D030B202956}" type="datetime1">
              <a:rPr lang="en-AU" smtClean="0"/>
              <a:t>16/07/2019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99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1D63-34E4-4884-8831-95316857D229}" type="datetime1">
              <a:rPr lang="en-AU" smtClean="0"/>
              <a:t>16/07/2019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364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9493C-B345-4E95-90CE-C225572464AA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119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81BF-71B5-443D-A57B-A6029BAFC734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42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B43C095-CF39-4D16-AA59-82A782756F8D}" type="datetime1">
              <a:rPr lang="en-AU" smtClean="0"/>
              <a:t>16/07/2019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AU"/>
              <a:t>© Peter Millard 2019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94F76-82EA-4994-9C49-1EF9C8AAEE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546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tom_wujec_build_a_tower#t-6133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Spaghetti Tower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How will your team perform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3DA83-D6D2-42E9-9C5F-F440B954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</p:spTree>
    <p:extLst>
      <p:ext uri="{BB962C8B-B14F-4D97-AF65-F5344CB8AC3E}">
        <p14:creationId xmlns:p14="http://schemas.microsoft.com/office/powerpoint/2010/main" val="424719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Your team</a:t>
            </a:r>
          </a:p>
          <a:p>
            <a:endParaRPr lang="en-AU" dirty="0"/>
          </a:p>
          <a:p>
            <a:r>
              <a:rPr lang="en-AU" dirty="0"/>
              <a:t>Materials</a:t>
            </a:r>
          </a:p>
          <a:p>
            <a:pPr lvl="1"/>
            <a:r>
              <a:rPr lang="en-AU" dirty="0"/>
              <a:t>20 sticks of Spaghetti </a:t>
            </a:r>
          </a:p>
          <a:p>
            <a:pPr lvl="1"/>
            <a:r>
              <a:rPr lang="en-AU" dirty="0"/>
              <a:t>1 Meter Tape </a:t>
            </a:r>
          </a:p>
          <a:p>
            <a:pPr lvl="1"/>
            <a:r>
              <a:rPr lang="en-AU" dirty="0"/>
              <a:t>1 Meter String</a:t>
            </a:r>
          </a:p>
          <a:p>
            <a:pPr lvl="1"/>
            <a:r>
              <a:rPr lang="en-AU" dirty="0"/>
              <a:t>1x marshmallow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61347-751B-4FAA-9BE3-F2AE8C20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</p:spTree>
    <p:extLst>
      <p:ext uri="{BB962C8B-B14F-4D97-AF65-F5344CB8AC3E}">
        <p14:creationId xmlns:p14="http://schemas.microsoft.com/office/powerpoint/2010/main" val="293279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18 minutes</a:t>
            </a:r>
          </a:p>
          <a:p>
            <a:r>
              <a:rPr lang="en-AU" dirty="0"/>
              <a:t>Construct tallest free standing structure</a:t>
            </a:r>
          </a:p>
          <a:p>
            <a:r>
              <a:rPr lang="en-AU" dirty="0"/>
              <a:t>Marshmallow must be at the top of the structure</a:t>
            </a:r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ADD0B-A62A-446A-ABC0-C330E9CE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</p:spTree>
    <p:extLst>
      <p:ext uri="{BB962C8B-B14F-4D97-AF65-F5344CB8AC3E}">
        <p14:creationId xmlns:p14="http://schemas.microsoft.com/office/powerpoint/2010/main" val="393170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Observations</a:t>
            </a:r>
          </a:p>
          <a:p>
            <a:r>
              <a:rPr lang="en-AU" dirty="0"/>
              <a:t>How did the team work</a:t>
            </a:r>
          </a:p>
          <a:p>
            <a:r>
              <a:rPr lang="en-AU" dirty="0"/>
              <a:t>What happened</a:t>
            </a:r>
          </a:p>
          <a:p>
            <a:r>
              <a:rPr lang="en-AU" dirty="0"/>
              <a:t>What did you learn/ discover</a:t>
            </a:r>
          </a:p>
          <a:p>
            <a:endParaRPr lang="en-AU" dirty="0"/>
          </a:p>
          <a:p>
            <a:r>
              <a:rPr lang="en-AU" dirty="0"/>
              <a:t>3-5 minute presentation by team leader or </a:t>
            </a:r>
            <a:r>
              <a:rPr lang="en-AU" dirty="0" err="1"/>
              <a:t>delagee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A7A5D-68B9-4E93-B4F4-D3F84505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</p:spTree>
    <p:extLst>
      <p:ext uri="{BB962C8B-B14F-4D97-AF65-F5344CB8AC3E}">
        <p14:creationId xmlns:p14="http://schemas.microsoft.com/office/powerpoint/2010/main" val="225657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last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https://www.ted.com/talks/tom_wujec_build_a_tower#t-61332</a:t>
            </a:r>
            <a:endParaRPr lang="en-A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</a:t>
            </a:r>
            <a:r>
              <a:rPr lang="en-AU" dirty="0" err="1"/>
              <a:t>iscuss</a:t>
            </a:r>
            <a:r>
              <a:rPr lang="en-AU" dirty="0"/>
              <a:t> </a:t>
            </a:r>
          </a:p>
          <a:p>
            <a:r>
              <a:rPr lang="en-AU" sz="900" dirty="0"/>
              <a:t>© Peter Millard 2019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377E9-7818-4181-91AB-C2AFC997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Peter Millard 2019</a:t>
            </a:r>
          </a:p>
        </p:txBody>
      </p:sp>
    </p:spTree>
    <p:extLst>
      <p:ext uri="{BB962C8B-B14F-4D97-AF65-F5344CB8AC3E}">
        <p14:creationId xmlns:p14="http://schemas.microsoft.com/office/powerpoint/2010/main" val="947818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116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Ion</vt:lpstr>
      <vt:lpstr>Spaghetti Tower Challenge</vt:lpstr>
      <vt:lpstr>The Challenge</vt:lpstr>
      <vt:lpstr>The Challenge</vt:lpstr>
      <vt:lpstr>Reflect</vt:lpstr>
      <vt:lpstr>The last word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Spaghetti Tower Challenge</dc:title>
  <dc:creator>PY Teachers</dc:creator>
  <cp:lastModifiedBy>Peter Millard</cp:lastModifiedBy>
  <cp:revision>6</cp:revision>
  <dcterms:created xsi:type="dcterms:W3CDTF">2019-06-29T23:23:24Z</dcterms:created>
  <dcterms:modified xsi:type="dcterms:W3CDTF">2019-07-16T02:52:04Z</dcterms:modified>
</cp:coreProperties>
</file>